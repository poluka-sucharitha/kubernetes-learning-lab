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9"/>
  </p:notesMasterIdLst>
  <p:sldIdLst>
    <p:sldId id="256" r:id="rId2"/>
    <p:sldId id="271" r:id="rId3"/>
    <p:sldId id="272" r:id="rId4"/>
    <p:sldId id="257" r:id="rId5"/>
    <p:sldId id="273" r:id="rId6"/>
    <p:sldId id="274" r:id="rId7"/>
    <p:sldId id="270" r:id="rId8"/>
    <p:sldId id="258" r:id="rId9"/>
    <p:sldId id="266" r:id="rId10"/>
    <p:sldId id="275" r:id="rId11"/>
    <p:sldId id="268" r:id="rId12"/>
    <p:sldId id="259" r:id="rId13"/>
    <p:sldId id="276" r:id="rId14"/>
    <p:sldId id="261" r:id="rId15"/>
    <p:sldId id="260" r:id="rId16"/>
    <p:sldId id="263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3977"/>
  </p:normalViewPr>
  <p:slideViewPr>
    <p:cSldViewPr snapToGrid="0">
      <p:cViewPr varScale="1">
        <p:scale>
          <a:sx n="132" d="100"/>
          <a:sy n="132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9ACDE4-C7D5-48B4-86A2-79A5B50EB038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3F3733D-AC59-4718-BF29-1D8FDF16E0B6}">
      <dgm:prSet/>
      <dgm:spPr/>
      <dgm:t>
        <a:bodyPr/>
        <a:lstStyle/>
        <a:p>
          <a:r>
            <a:rPr lang="en-IN"/>
            <a:t>Volumes</a:t>
          </a:r>
          <a:endParaRPr lang="en-US"/>
        </a:p>
      </dgm:t>
    </dgm:pt>
    <dgm:pt modelId="{940B4BD6-A7B2-427E-8409-2D5436B976D9}" type="parTrans" cxnId="{CA46F24F-B091-4861-8E6E-A808D8F9A951}">
      <dgm:prSet/>
      <dgm:spPr/>
      <dgm:t>
        <a:bodyPr/>
        <a:lstStyle/>
        <a:p>
          <a:endParaRPr lang="en-US"/>
        </a:p>
      </dgm:t>
    </dgm:pt>
    <dgm:pt modelId="{EE760062-AD28-4765-82DE-A5F40057B8D2}" type="sibTrans" cxnId="{CA46F24F-B091-4861-8E6E-A808D8F9A951}">
      <dgm:prSet/>
      <dgm:spPr/>
      <dgm:t>
        <a:bodyPr/>
        <a:lstStyle/>
        <a:p>
          <a:endParaRPr lang="en-US"/>
        </a:p>
      </dgm:t>
    </dgm:pt>
    <dgm:pt modelId="{012EECB8-3ABA-410E-A5D6-664E6CBFA78E}">
      <dgm:prSet/>
      <dgm:spPr/>
      <dgm:t>
        <a:bodyPr/>
        <a:lstStyle/>
        <a:p>
          <a:r>
            <a:rPr lang="en-IN"/>
            <a:t>Persistent Volumes (PV)</a:t>
          </a:r>
          <a:endParaRPr lang="en-US"/>
        </a:p>
      </dgm:t>
    </dgm:pt>
    <dgm:pt modelId="{CDF3FA1F-BAB9-4FBB-AFE8-FEE5D7328C8E}" type="parTrans" cxnId="{C53469EA-0DE2-4B40-A465-5F54586B3A2F}">
      <dgm:prSet/>
      <dgm:spPr/>
      <dgm:t>
        <a:bodyPr/>
        <a:lstStyle/>
        <a:p>
          <a:endParaRPr lang="en-US"/>
        </a:p>
      </dgm:t>
    </dgm:pt>
    <dgm:pt modelId="{081FDD86-CA97-4BA6-9A09-494885B9699A}" type="sibTrans" cxnId="{C53469EA-0DE2-4B40-A465-5F54586B3A2F}">
      <dgm:prSet/>
      <dgm:spPr/>
      <dgm:t>
        <a:bodyPr/>
        <a:lstStyle/>
        <a:p>
          <a:endParaRPr lang="en-US"/>
        </a:p>
      </dgm:t>
    </dgm:pt>
    <dgm:pt modelId="{F017497C-65F7-4094-8DE3-E017BAD59465}">
      <dgm:prSet/>
      <dgm:spPr/>
      <dgm:t>
        <a:bodyPr/>
        <a:lstStyle/>
        <a:p>
          <a:r>
            <a:rPr lang="en-IN"/>
            <a:t>Persistent Volume Claims (PVC)</a:t>
          </a:r>
          <a:endParaRPr lang="en-US"/>
        </a:p>
      </dgm:t>
    </dgm:pt>
    <dgm:pt modelId="{5B8B8F58-52EC-4E66-ABDD-469D614907A6}" type="parTrans" cxnId="{6037D918-259C-448F-B136-693896C8AC81}">
      <dgm:prSet/>
      <dgm:spPr/>
      <dgm:t>
        <a:bodyPr/>
        <a:lstStyle/>
        <a:p>
          <a:endParaRPr lang="en-US"/>
        </a:p>
      </dgm:t>
    </dgm:pt>
    <dgm:pt modelId="{F34D58A9-24CE-4FC4-A484-BAE475AEDFDA}" type="sibTrans" cxnId="{6037D918-259C-448F-B136-693896C8AC81}">
      <dgm:prSet/>
      <dgm:spPr/>
      <dgm:t>
        <a:bodyPr/>
        <a:lstStyle/>
        <a:p>
          <a:endParaRPr lang="en-US"/>
        </a:p>
      </dgm:t>
    </dgm:pt>
    <dgm:pt modelId="{1D80B728-886B-4B8C-BBB6-8FE46CF871ED}">
      <dgm:prSet/>
      <dgm:spPr/>
      <dgm:t>
        <a:bodyPr/>
        <a:lstStyle/>
        <a:p>
          <a:r>
            <a:rPr lang="en-IN"/>
            <a:t>Storage Classes</a:t>
          </a:r>
          <a:endParaRPr lang="en-US"/>
        </a:p>
      </dgm:t>
    </dgm:pt>
    <dgm:pt modelId="{8960508B-6810-48CF-AB53-932199F71F93}" type="parTrans" cxnId="{C3C0E12E-B8BB-4A00-83EB-A10036EFE4F1}">
      <dgm:prSet/>
      <dgm:spPr/>
      <dgm:t>
        <a:bodyPr/>
        <a:lstStyle/>
        <a:p>
          <a:endParaRPr lang="en-US"/>
        </a:p>
      </dgm:t>
    </dgm:pt>
    <dgm:pt modelId="{3ECBC4C1-291C-484C-BFF7-BB7E6699DDEF}" type="sibTrans" cxnId="{C3C0E12E-B8BB-4A00-83EB-A10036EFE4F1}">
      <dgm:prSet/>
      <dgm:spPr/>
      <dgm:t>
        <a:bodyPr/>
        <a:lstStyle/>
        <a:p>
          <a:endParaRPr lang="en-US"/>
        </a:p>
      </dgm:t>
    </dgm:pt>
    <dgm:pt modelId="{A36EE9B5-733B-4EA0-88BF-E8C887D65EEC}">
      <dgm:prSet/>
      <dgm:spPr/>
      <dgm:t>
        <a:bodyPr/>
        <a:lstStyle/>
        <a:p>
          <a:r>
            <a:rPr lang="en-IN"/>
            <a:t>RBAC</a:t>
          </a:r>
          <a:endParaRPr lang="en-US"/>
        </a:p>
      </dgm:t>
    </dgm:pt>
    <dgm:pt modelId="{85A295A9-4E25-4C74-BB38-CB64917AEACC}" type="parTrans" cxnId="{2C701AC0-5590-486A-9339-0C761DB86625}">
      <dgm:prSet/>
      <dgm:spPr/>
      <dgm:t>
        <a:bodyPr/>
        <a:lstStyle/>
        <a:p>
          <a:endParaRPr lang="en-US"/>
        </a:p>
      </dgm:t>
    </dgm:pt>
    <dgm:pt modelId="{2B6CA15E-AC00-4AF3-95DA-800109D13CAB}" type="sibTrans" cxnId="{2C701AC0-5590-486A-9339-0C761DB86625}">
      <dgm:prSet/>
      <dgm:spPr/>
      <dgm:t>
        <a:bodyPr/>
        <a:lstStyle/>
        <a:p>
          <a:endParaRPr lang="en-US"/>
        </a:p>
      </dgm:t>
    </dgm:pt>
    <dgm:pt modelId="{BFFFF1E3-B17A-4ED3-8A70-CE2F28476AC4}">
      <dgm:prSet/>
      <dgm:spPr/>
      <dgm:t>
        <a:bodyPr/>
        <a:lstStyle/>
        <a:p>
          <a:r>
            <a:rPr lang="en-IN"/>
            <a:t>Roles</a:t>
          </a:r>
          <a:endParaRPr lang="en-US"/>
        </a:p>
      </dgm:t>
    </dgm:pt>
    <dgm:pt modelId="{14677640-4C89-4292-9F5C-F5458B276116}" type="parTrans" cxnId="{3FD92299-8A12-49F2-A1CB-D54A947E9D0A}">
      <dgm:prSet/>
      <dgm:spPr/>
      <dgm:t>
        <a:bodyPr/>
        <a:lstStyle/>
        <a:p>
          <a:endParaRPr lang="en-US"/>
        </a:p>
      </dgm:t>
    </dgm:pt>
    <dgm:pt modelId="{F1BF0E60-BAF5-473E-AC0D-4B639791B932}" type="sibTrans" cxnId="{3FD92299-8A12-49F2-A1CB-D54A947E9D0A}">
      <dgm:prSet/>
      <dgm:spPr/>
      <dgm:t>
        <a:bodyPr/>
        <a:lstStyle/>
        <a:p>
          <a:endParaRPr lang="en-US"/>
        </a:p>
      </dgm:t>
    </dgm:pt>
    <dgm:pt modelId="{709527A5-ABF1-4DE4-9580-C51DEF1DFBBA}">
      <dgm:prSet/>
      <dgm:spPr/>
      <dgm:t>
        <a:bodyPr/>
        <a:lstStyle/>
        <a:p>
          <a:r>
            <a:rPr lang="en-IN"/>
            <a:t>RoleBindings</a:t>
          </a:r>
          <a:endParaRPr lang="en-US"/>
        </a:p>
      </dgm:t>
    </dgm:pt>
    <dgm:pt modelId="{22A94F8A-897D-4F79-A0FC-506738F21510}" type="parTrans" cxnId="{0D9AACAE-4A9B-484C-99DB-4A9F921FB7BC}">
      <dgm:prSet/>
      <dgm:spPr/>
      <dgm:t>
        <a:bodyPr/>
        <a:lstStyle/>
        <a:p>
          <a:endParaRPr lang="en-US"/>
        </a:p>
      </dgm:t>
    </dgm:pt>
    <dgm:pt modelId="{5E822261-EE0E-4FE2-9BB3-3224262B7E10}" type="sibTrans" cxnId="{0D9AACAE-4A9B-484C-99DB-4A9F921FB7BC}">
      <dgm:prSet/>
      <dgm:spPr/>
      <dgm:t>
        <a:bodyPr/>
        <a:lstStyle/>
        <a:p>
          <a:endParaRPr lang="en-US"/>
        </a:p>
      </dgm:t>
    </dgm:pt>
    <dgm:pt modelId="{ECC8EB65-BDB5-4CB2-8175-9445716D328D}">
      <dgm:prSet/>
      <dgm:spPr/>
      <dgm:t>
        <a:bodyPr/>
        <a:lstStyle/>
        <a:p>
          <a:r>
            <a:rPr lang="en-IN"/>
            <a:t>ClusterRoles</a:t>
          </a:r>
          <a:endParaRPr lang="en-US"/>
        </a:p>
      </dgm:t>
    </dgm:pt>
    <dgm:pt modelId="{747F7F71-6D4D-43BB-94D7-B0CD224DF68B}" type="parTrans" cxnId="{F8D843BC-EB8C-45F8-A7B4-A9BD96BA1605}">
      <dgm:prSet/>
      <dgm:spPr/>
      <dgm:t>
        <a:bodyPr/>
        <a:lstStyle/>
        <a:p>
          <a:endParaRPr lang="en-US"/>
        </a:p>
      </dgm:t>
    </dgm:pt>
    <dgm:pt modelId="{6DC735FE-C58A-4E3C-A01A-0CE528B19040}" type="sibTrans" cxnId="{F8D843BC-EB8C-45F8-A7B4-A9BD96BA1605}">
      <dgm:prSet/>
      <dgm:spPr/>
      <dgm:t>
        <a:bodyPr/>
        <a:lstStyle/>
        <a:p>
          <a:endParaRPr lang="en-US"/>
        </a:p>
      </dgm:t>
    </dgm:pt>
    <dgm:pt modelId="{6C041099-48F3-4378-B813-0DFF5E2AE851}">
      <dgm:prSet/>
      <dgm:spPr/>
      <dgm:t>
        <a:bodyPr/>
        <a:lstStyle/>
        <a:p>
          <a:r>
            <a:rPr lang="en-IN"/>
            <a:t>ClusterRoleBindings</a:t>
          </a:r>
          <a:endParaRPr lang="en-US"/>
        </a:p>
      </dgm:t>
    </dgm:pt>
    <dgm:pt modelId="{BE6F867E-7513-43B4-A671-8AF39135D738}" type="parTrans" cxnId="{BA3D0486-8796-4A83-8B73-3D0215F7521C}">
      <dgm:prSet/>
      <dgm:spPr/>
      <dgm:t>
        <a:bodyPr/>
        <a:lstStyle/>
        <a:p>
          <a:endParaRPr lang="en-US"/>
        </a:p>
      </dgm:t>
    </dgm:pt>
    <dgm:pt modelId="{01489301-30F1-4C61-B450-2F0FAB29CF8A}" type="sibTrans" cxnId="{BA3D0486-8796-4A83-8B73-3D0215F7521C}">
      <dgm:prSet/>
      <dgm:spPr/>
      <dgm:t>
        <a:bodyPr/>
        <a:lstStyle/>
        <a:p>
          <a:endParaRPr lang="en-US"/>
        </a:p>
      </dgm:t>
    </dgm:pt>
    <dgm:pt modelId="{5F9DE37C-A2B2-7449-AE00-62A9720356D5}" type="pres">
      <dgm:prSet presAssocID="{EB9ACDE4-C7D5-48B4-86A2-79A5B50EB038}" presName="diagram" presStyleCnt="0">
        <dgm:presLayoutVars>
          <dgm:dir/>
          <dgm:resizeHandles val="exact"/>
        </dgm:presLayoutVars>
      </dgm:prSet>
      <dgm:spPr/>
    </dgm:pt>
    <dgm:pt modelId="{81F438A5-807F-1A44-9A5F-1CA4DF340436}" type="pres">
      <dgm:prSet presAssocID="{83F3733D-AC59-4718-BF29-1D8FDF16E0B6}" presName="node" presStyleLbl="node1" presStyleIdx="0" presStyleCnt="9">
        <dgm:presLayoutVars>
          <dgm:bulletEnabled val="1"/>
        </dgm:presLayoutVars>
      </dgm:prSet>
      <dgm:spPr/>
    </dgm:pt>
    <dgm:pt modelId="{8E035F75-717B-FD4F-BB65-FFC6D44BFAE7}" type="pres">
      <dgm:prSet presAssocID="{EE760062-AD28-4765-82DE-A5F40057B8D2}" presName="sibTrans" presStyleCnt="0"/>
      <dgm:spPr/>
    </dgm:pt>
    <dgm:pt modelId="{21E6E0B3-ABB2-F14C-A967-4EB98164D97D}" type="pres">
      <dgm:prSet presAssocID="{012EECB8-3ABA-410E-A5D6-664E6CBFA78E}" presName="node" presStyleLbl="node1" presStyleIdx="1" presStyleCnt="9">
        <dgm:presLayoutVars>
          <dgm:bulletEnabled val="1"/>
        </dgm:presLayoutVars>
      </dgm:prSet>
      <dgm:spPr/>
    </dgm:pt>
    <dgm:pt modelId="{9DDFF672-461B-AB4F-961E-4131EB98CCC8}" type="pres">
      <dgm:prSet presAssocID="{081FDD86-CA97-4BA6-9A09-494885B9699A}" presName="sibTrans" presStyleCnt="0"/>
      <dgm:spPr/>
    </dgm:pt>
    <dgm:pt modelId="{E570CBAB-D507-CB44-9DD5-59325652669E}" type="pres">
      <dgm:prSet presAssocID="{F017497C-65F7-4094-8DE3-E017BAD59465}" presName="node" presStyleLbl="node1" presStyleIdx="2" presStyleCnt="9">
        <dgm:presLayoutVars>
          <dgm:bulletEnabled val="1"/>
        </dgm:presLayoutVars>
      </dgm:prSet>
      <dgm:spPr/>
    </dgm:pt>
    <dgm:pt modelId="{69B32438-3420-4C4E-8BC6-D9630085BB56}" type="pres">
      <dgm:prSet presAssocID="{F34D58A9-24CE-4FC4-A484-BAE475AEDFDA}" presName="sibTrans" presStyleCnt="0"/>
      <dgm:spPr/>
    </dgm:pt>
    <dgm:pt modelId="{23F3A81F-BA82-0349-A69B-04115D70F48D}" type="pres">
      <dgm:prSet presAssocID="{1D80B728-886B-4B8C-BBB6-8FE46CF871ED}" presName="node" presStyleLbl="node1" presStyleIdx="3" presStyleCnt="9">
        <dgm:presLayoutVars>
          <dgm:bulletEnabled val="1"/>
        </dgm:presLayoutVars>
      </dgm:prSet>
      <dgm:spPr/>
    </dgm:pt>
    <dgm:pt modelId="{BA634496-63CF-DA47-81F3-6380FC1DD086}" type="pres">
      <dgm:prSet presAssocID="{3ECBC4C1-291C-484C-BFF7-BB7E6699DDEF}" presName="sibTrans" presStyleCnt="0"/>
      <dgm:spPr/>
    </dgm:pt>
    <dgm:pt modelId="{94CA2254-CD6B-0840-97FD-16D16275F75D}" type="pres">
      <dgm:prSet presAssocID="{A36EE9B5-733B-4EA0-88BF-E8C887D65EEC}" presName="node" presStyleLbl="node1" presStyleIdx="4" presStyleCnt="9">
        <dgm:presLayoutVars>
          <dgm:bulletEnabled val="1"/>
        </dgm:presLayoutVars>
      </dgm:prSet>
      <dgm:spPr/>
    </dgm:pt>
    <dgm:pt modelId="{19FC773C-1632-FA48-84FA-2EF91BB190AD}" type="pres">
      <dgm:prSet presAssocID="{2B6CA15E-AC00-4AF3-95DA-800109D13CAB}" presName="sibTrans" presStyleCnt="0"/>
      <dgm:spPr/>
    </dgm:pt>
    <dgm:pt modelId="{6BEFB956-9F04-5E40-ACEE-E5D170801658}" type="pres">
      <dgm:prSet presAssocID="{BFFFF1E3-B17A-4ED3-8A70-CE2F28476AC4}" presName="node" presStyleLbl="node1" presStyleIdx="5" presStyleCnt="9">
        <dgm:presLayoutVars>
          <dgm:bulletEnabled val="1"/>
        </dgm:presLayoutVars>
      </dgm:prSet>
      <dgm:spPr/>
    </dgm:pt>
    <dgm:pt modelId="{E9DD9A43-C0E5-3043-BA5C-74E899F16EA9}" type="pres">
      <dgm:prSet presAssocID="{F1BF0E60-BAF5-473E-AC0D-4B639791B932}" presName="sibTrans" presStyleCnt="0"/>
      <dgm:spPr/>
    </dgm:pt>
    <dgm:pt modelId="{A688AEA0-CFEF-5248-A791-71750895C54C}" type="pres">
      <dgm:prSet presAssocID="{709527A5-ABF1-4DE4-9580-C51DEF1DFBBA}" presName="node" presStyleLbl="node1" presStyleIdx="6" presStyleCnt="9">
        <dgm:presLayoutVars>
          <dgm:bulletEnabled val="1"/>
        </dgm:presLayoutVars>
      </dgm:prSet>
      <dgm:spPr/>
    </dgm:pt>
    <dgm:pt modelId="{C6A486BA-6F58-9443-9644-56E43C1DB1E7}" type="pres">
      <dgm:prSet presAssocID="{5E822261-EE0E-4FE2-9BB3-3224262B7E10}" presName="sibTrans" presStyleCnt="0"/>
      <dgm:spPr/>
    </dgm:pt>
    <dgm:pt modelId="{85143B09-75B5-D849-B536-05645F381194}" type="pres">
      <dgm:prSet presAssocID="{ECC8EB65-BDB5-4CB2-8175-9445716D328D}" presName="node" presStyleLbl="node1" presStyleIdx="7" presStyleCnt="9">
        <dgm:presLayoutVars>
          <dgm:bulletEnabled val="1"/>
        </dgm:presLayoutVars>
      </dgm:prSet>
      <dgm:spPr/>
    </dgm:pt>
    <dgm:pt modelId="{DF31A4F2-81D0-AB4B-9DB6-247C6AB81CD3}" type="pres">
      <dgm:prSet presAssocID="{6DC735FE-C58A-4E3C-A01A-0CE528B19040}" presName="sibTrans" presStyleCnt="0"/>
      <dgm:spPr/>
    </dgm:pt>
    <dgm:pt modelId="{1167EF2F-E11E-1144-BE9F-A9A86D0362DD}" type="pres">
      <dgm:prSet presAssocID="{6C041099-48F3-4378-B813-0DFF5E2AE851}" presName="node" presStyleLbl="node1" presStyleIdx="8" presStyleCnt="9">
        <dgm:presLayoutVars>
          <dgm:bulletEnabled val="1"/>
        </dgm:presLayoutVars>
      </dgm:prSet>
      <dgm:spPr/>
    </dgm:pt>
  </dgm:ptLst>
  <dgm:cxnLst>
    <dgm:cxn modelId="{6037D918-259C-448F-B136-693896C8AC81}" srcId="{EB9ACDE4-C7D5-48B4-86A2-79A5B50EB038}" destId="{F017497C-65F7-4094-8DE3-E017BAD59465}" srcOrd="2" destOrd="0" parTransId="{5B8B8F58-52EC-4E66-ABDD-469D614907A6}" sibTransId="{F34D58A9-24CE-4FC4-A484-BAE475AEDFDA}"/>
    <dgm:cxn modelId="{89F33C1B-028A-CA42-9816-CD24058C9607}" type="presOf" srcId="{F017497C-65F7-4094-8DE3-E017BAD59465}" destId="{E570CBAB-D507-CB44-9DD5-59325652669E}" srcOrd="0" destOrd="0" presId="urn:microsoft.com/office/officeart/2005/8/layout/default"/>
    <dgm:cxn modelId="{1A8F511F-214B-F44D-9986-32A41380469A}" type="presOf" srcId="{709527A5-ABF1-4DE4-9580-C51DEF1DFBBA}" destId="{A688AEA0-CFEF-5248-A791-71750895C54C}" srcOrd="0" destOrd="0" presId="urn:microsoft.com/office/officeart/2005/8/layout/default"/>
    <dgm:cxn modelId="{CFA5E128-7193-D447-8BAC-21590BF74C8F}" type="presOf" srcId="{012EECB8-3ABA-410E-A5D6-664E6CBFA78E}" destId="{21E6E0B3-ABB2-F14C-A967-4EB98164D97D}" srcOrd="0" destOrd="0" presId="urn:microsoft.com/office/officeart/2005/8/layout/default"/>
    <dgm:cxn modelId="{C3C0E12E-B8BB-4A00-83EB-A10036EFE4F1}" srcId="{EB9ACDE4-C7D5-48B4-86A2-79A5B50EB038}" destId="{1D80B728-886B-4B8C-BBB6-8FE46CF871ED}" srcOrd="3" destOrd="0" parTransId="{8960508B-6810-48CF-AB53-932199F71F93}" sibTransId="{3ECBC4C1-291C-484C-BFF7-BB7E6699DDEF}"/>
    <dgm:cxn modelId="{CA46F24F-B091-4861-8E6E-A808D8F9A951}" srcId="{EB9ACDE4-C7D5-48B4-86A2-79A5B50EB038}" destId="{83F3733D-AC59-4718-BF29-1D8FDF16E0B6}" srcOrd="0" destOrd="0" parTransId="{940B4BD6-A7B2-427E-8409-2D5436B976D9}" sibTransId="{EE760062-AD28-4765-82DE-A5F40057B8D2}"/>
    <dgm:cxn modelId="{A3748972-9C54-3842-B694-714694D0400B}" type="presOf" srcId="{6C041099-48F3-4378-B813-0DFF5E2AE851}" destId="{1167EF2F-E11E-1144-BE9F-A9A86D0362DD}" srcOrd="0" destOrd="0" presId="urn:microsoft.com/office/officeart/2005/8/layout/default"/>
    <dgm:cxn modelId="{BA3D0486-8796-4A83-8B73-3D0215F7521C}" srcId="{EB9ACDE4-C7D5-48B4-86A2-79A5B50EB038}" destId="{6C041099-48F3-4378-B813-0DFF5E2AE851}" srcOrd="8" destOrd="0" parTransId="{BE6F867E-7513-43B4-A671-8AF39135D738}" sibTransId="{01489301-30F1-4C61-B450-2F0FAB29CF8A}"/>
    <dgm:cxn modelId="{3FD92299-8A12-49F2-A1CB-D54A947E9D0A}" srcId="{EB9ACDE4-C7D5-48B4-86A2-79A5B50EB038}" destId="{BFFFF1E3-B17A-4ED3-8A70-CE2F28476AC4}" srcOrd="5" destOrd="0" parTransId="{14677640-4C89-4292-9F5C-F5458B276116}" sibTransId="{F1BF0E60-BAF5-473E-AC0D-4B639791B932}"/>
    <dgm:cxn modelId="{E2EE99AB-FDFD-A244-A540-1CAA141ED72B}" type="presOf" srcId="{BFFFF1E3-B17A-4ED3-8A70-CE2F28476AC4}" destId="{6BEFB956-9F04-5E40-ACEE-E5D170801658}" srcOrd="0" destOrd="0" presId="urn:microsoft.com/office/officeart/2005/8/layout/default"/>
    <dgm:cxn modelId="{0D9AACAE-4A9B-484C-99DB-4A9F921FB7BC}" srcId="{EB9ACDE4-C7D5-48B4-86A2-79A5B50EB038}" destId="{709527A5-ABF1-4DE4-9580-C51DEF1DFBBA}" srcOrd="6" destOrd="0" parTransId="{22A94F8A-897D-4F79-A0FC-506738F21510}" sibTransId="{5E822261-EE0E-4FE2-9BB3-3224262B7E10}"/>
    <dgm:cxn modelId="{1742C4BA-2681-5B45-9CD3-CD0D8B592B12}" type="presOf" srcId="{EB9ACDE4-C7D5-48B4-86A2-79A5B50EB038}" destId="{5F9DE37C-A2B2-7449-AE00-62A9720356D5}" srcOrd="0" destOrd="0" presId="urn:microsoft.com/office/officeart/2005/8/layout/default"/>
    <dgm:cxn modelId="{011342BC-B6B2-C944-AE26-FCD5C5345190}" type="presOf" srcId="{1D80B728-886B-4B8C-BBB6-8FE46CF871ED}" destId="{23F3A81F-BA82-0349-A69B-04115D70F48D}" srcOrd="0" destOrd="0" presId="urn:microsoft.com/office/officeart/2005/8/layout/default"/>
    <dgm:cxn modelId="{F8D843BC-EB8C-45F8-A7B4-A9BD96BA1605}" srcId="{EB9ACDE4-C7D5-48B4-86A2-79A5B50EB038}" destId="{ECC8EB65-BDB5-4CB2-8175-9445716D328D}" srcOrd="7" destOrd="0" parTransId="{747F7F71-6D4D-43BB-94D7-B0CD224DF68B}" sibTransId="{6DC735FE-C58A-4E3C-A01A-0CE528B19040}"/>
    <dgm:cxn modelId="{2C701AC0-5590-486A-9339-0C761DB86625}" srcId="{EB9ACDE4-C7D5-48B4-86A2-79A5B50EB038}" destId="{A36EE9B5-733B-4EA0-88BF-E8C887D65EEC}" srcOrd="4" destOrd="0" parTransId="{85A295A9-4E25-4C74-BB38-CB64917AEACC}" sibTransId="{2B6CA15E-AC00-4AF3-95DA-800109D13CAB}"/>
    <dgm:cxn modelId="{EEC498CE-FAF4-A44B-992D-B1D3DDD889A7}" type="presOf" srcId="{ECC8EB65-BDB5-4CB2-8175-9445716D328D}" destId="{85143B09-75B5-D849-B536-05645F381194}" srcOrd="0" destOrd="0" presId="urn:microsoft.com/office/officeart/2005/8/layout/default"/>
    <dgm:cxn modelId="{3E3878D1-3654-494B-9573-5F1BC5137D82}" type="presOf" srcId="{A36EE9B5-733B-4EA0-88BF-E8C887D65EEC}" destId="{94CA2254-CD6B-0840-97FD-16D16275F75D}" srcOrd="0" destOrd="0" presId="urn:microsoft.com/office/officeart/2005/8/layout/default"/>
    <dgm:cxn modelId="{EBA756D8-3DB7-6244-AC10-3195E98F48F9}" type="presOf" srcId="{83F3733D-AC59-4718-BF29-1D8FDF16E0B6}" destId="{81F438A5-807F-1A44-9A5F-1CA4DF340436}" srcOrd="0" destOrd="0" presId="urn:microsoft.com/office/officeart/2005/8/layout/default"/>
    <dgm:cxn modelId="{C53469EA-0DE2-4B40-A465-5F54586B3A2F}" srcId="{EB9ACDE4-C7D5-48B4-86A2-79A5B50EB038}" destId="{012EECB8-3ABA-410E-A5D6-664E6CBFA78E}" srcOrd="1" destOrd="0" parTransId="{CDF3FA1F-BAB9-4FBB-AFE8-FEE5D7328C8E}" sibTransId="{081FDD86-CA97-4BA6-9A09-494885B9699A}"/>
    <dgm:cxn modelId="{A98D8C2C-3F79-A44B-B9E6-32CA0A2B13A9}" type="presParOf" srcId="{5F9DE37C-A2B2-7449-AE00-62A9720356D5}" destId="{81F438A5-807F-1A44-9A5F-1CA4DF340436}" srcOrd="0" destOrd="0" presId="urn:microsoft.com/office/officeart/2005/8/layout/default"/>
    <dgm:cxn modelId="{2D07DF1C-668F-BC47-ABE6-A314055BEC24}" type="presParOf" srcId="{5F9DE37C-A2B2-7449-AE00-62A9720356D5}" destId="{8E035F75-717B-FD4F-BB65-FFC6D44BFAE7}" srcOrd="1" destOrd="0" presId="urn:microsoft.com/office/officeart/2005/8/layout/default"/>
    <dgm:cxn modelId="{AA8E8CDE-B113-414D-B85D-536002EF0222}" type="presParOf" srcId="{5F9DE37C-A2B2-7449-AE00-62A9720356D5}" destId="{21E6E0B3-ABB2-F14C-A967-4EB98164D97D}" srcOrd="2" destOrd="0" presId="urn:microsoft.com/office/officeart/2005/8/layout/default"/>
    <dgm:cxn modelId="{50145676-F19D-564D-9077-9FD204D48B75}" type="presParOf" srcId="{5F9DE37C-A2B2-7449-AE00-62A9720356D5}" destId="{9DDFF672-461B-AB4F-961E-4131EB98CCC8}" srcOrd="3" destOrd="0" presId="urn:microsoft.com/office/officeart/2005/8/layout/default"/>
    <dgm:cxn modelId="{2190AB72-760F-3A4A-B04C-C254C6FBD80E}" type="presParOf" srcId="{5F9DE37C-A2B2-7449-AE00-62A9720356D5}" destId="{E570CBAB-D507-CB44-9DD5-59325652669E}" srcOrd="4" destOrd="0" presId="urn:microsoft.com/office/officeart/2005/8/layout/default"/>
    <dgm:cxn modelId="{9C4FCA25-116C-9A4C-BBC7-AE8C2068A433}" type="presParOf" srcId="{5F9DE37C-A2B2-7449-AE00-62A9720356D5}" destId="{69B32438-3420-4C4E-8BC6-D9630085BB56}" srcOrd="5" destOrd="0" presId="urn:microsoft.com/office/officeart/2005/8/layout/default"/>
    <dgm:cxn modelId="{7C9E2A50-AD78-A34C-B676-17E2030F67EA}" type="presParOf" srcId="{5F9DE37C-A2B2-7449-AE00-62A9720356D5}" destId="{23F3A81F-BA82-0349-A69B-04115D70F48D}" srcOrd="6" destOrd="0" presId="urn:microsoft.com/office/officeart/2005/8/layout/default"/>
    <dgm:cxn modelId="{EA7C4BBD-C32F-EF4A-90F5-0EEE1D908D94}" type="presParOf" srcId="{5F9DE37C-A2B2-7449-AE00-62A9720356D5}" destId="{BA634496-63CF-DA47-81F3-6380FC1DD086}" srcOrd="7" destOrd="0" presId="urn:microsoft.com/office/officeart/2005/8/layout/default"/>
    <dgm:cxn modelId="{9B66C812-00A0-0A4A-B9D2-48A3A81AE77C}" type="presParOf" srcId="{5F9DE37C-A2B2-7449-AE00-62A9720356D5}" destId="{94CA2254-CD6B-0840-97FD-16D16275F75D}" srcOrd="8" destOrd="0" presId="urn:microsoft.com/office/officeart/2005/8/layout/default"/>
    <dgm:cxn modelId="{E1267F2E-4B8A-DA4C-8DC0-869A64A50625}" type="presParOf" srcId="{5F9DE37C-A2B2-7449-AE00-62A9720356D5}" destId="{19FC773C-1632-FA48-84FA-2EF91BB190AD}" srcOrd="9" destOrd="0" presId="urn:microsoft.com/office/officeart/2005/8/layout/default"/>
    <dgm:cxn modelId="{219D8084-0E5F-0547-8E85-D33593321E66}" type="presParOf" srcId="{5F9DE37C-A2B2-7449-AE00-62A9720356D5}" destId="{6BEFB956-9F04-5E40-ACEE-E5D170801658}" srcOrd="10" destOrd="0" presId="urn:microsoft.com/office/officeart/2005/8/layout/default"/>
    <dgm:cxn modelId="{4AF8279E-12B6-8944-9819-0C266DFA9D83}" type="presParOf" srcId="{5F9DE37C-A2B2-7449-AE00-62A9720356D5}" destId="{E9DD9A43-C0E5-3043-BA5C-74E899F16EA9}" srcOrd="11" destOrd="0" presId="urn:microsoft.com/office/officeart/2005/8/layout/default"/>
    <dgm:cxn modelId="{AB909085-448B-4E4A-BD02-885ED1421A78}" type="presParOf" srcId="{5F9DE37C-A2B2-7449-AE00-62A9720356D5}" destId="{A688AEA0-CFEF-5248-A791-71750895C54C}" srcOrd="12" destOrd="0" presId="urn:microsoft.com/office/officeart/2005/8/layout/default"/>
    <dgm:cxn modelId="{6618FDC8-68EC-F347-85CD-D4B8F06C4280}" type="presParOf" srcId="{5F9DE37C-A2B2-7449-AE00-62A9720356D5}" destId="{C6A486BA-6F58-9443-9644-56E43C1DB1E7}" srcOrd="13" destOrd="0" presId="urn:microsoft.com/office/officeart/2005/8/layout/default"/>
    <dgm:cxn modelId="{39EA9CDD-41CC-244E-A2C8-6D00C77D3A3B}" type="presParOf" srcId="{5F9DE37C-A2B2-7449-AE00-62A9720356D5}" destId="{85143B09-75B5-D849-B536-05645F381194}" srcOrd="14" destOrd="0" presId="urn:microsoft.com/office/officeart/2005/8/layout/default"/>
    <dgm:cxn modelId="{A9E2D16D-0762-B34D-8F1F-050A6EF63C7A}" type="presParOf" srcId="{5F9DE37C-A2B2-7449-AE00-62A9720356D5}" destId="{DF31A4F2-81D0-AB4B-9DB6-247C6AB81CD3}" srcOrd="15" destOrd="0" presId="urn:microsoft.com/office/officeart/2005/8/layout/default"/>
    <dgm:cxn modelId="{E540D8FB-2DEC-BD4E-9203-33CCF8B75E81}" type="presParOf" srcId="{5F9DE37C-A2B2-7449-AE00-62A9720356D5}" destId="{1167EF2F-E11E-1144-BE9F-A9A86D0362DD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C92CA5-E8CA-468B-B635-5C6D7FDBAF4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C2A2E9-1C03-4D29-8A69-19402751C810}">
      <dgm:prSet/>
      <dgm:spPr/>
      <dgm:t>
        <a:bodyPr/>
        <a:lstStyle/>
        <a:p>
          <a:r>
            <a:rPr lang="en-IN" b="1"/>
            <a:t>Problem</a:t>
          </a:r>
          <a:endParaRPr lang="en-US"/>
        </a:p>
      </dgm:t>
    </dgm:pt>
    <dgm:pt modelId="{639F0D3A-B124-47E9-8BA8-BF249FD5B8D7}" type="parTrans" cxnId="{FA564745-9158-4626-8CF8-A722398B65EC}">
      <dgm:prSet/>
      <dgm:spPr/>
      <dgm:t>
        <a:bodyPr/>
        <a:lstStyle/>
        <a:p>
          <a:endParaRPr lang="en-US"/>
        </a:p>
      </dgm:t>
    </dgm:pt>
    <dgm:pt modelId="{DEBBA1A6-E517-449E-9072-4FFD481A876B}" type="sibTrans" cxnId="{FA564745-9158-4626-8CF8-A722398B65EC}">
      <dgm:prSet/>
      <dgm:spPr/>
      <dgm:t>
        <a:bodyPr/>
        <a:lstStyle/>
        <a:p>
          <a:endParaRPr lang="en-US"/>
        </a:p>
      </dgm:t>
    </dgm:pt>
    <dgm:pt modelId="{463BD01E-FF85-40F6-A918-E3AAEEE0314F}">
      <dgm:prSet/>
      <dgm:spPr/>
      <dgm:t>
        <a:bodyPr/>
        <a:lstStyle/>
        <a:p>
          <a:r>
            <a:rPr lang="en-IN"/>
            <a:t>Containers are </a:t>
          </a:r>
          <a:r>
            <a:rPr lang="en-IN" b="1"/>
            <a:t>ephemeral</a:t>
          </a:r>
          <a:r>
            <a:rPr lang="en-IN"/>
            <a:t>. </a:t>
          </a:r>
          <a:endParaRPr lang="en-US"/>
        </a:p>
      </dgm:t>
    </dgm:pt>
    <dgm:pt modelId="{47B41519-2F8A-4EAC-9351-4B824B5BCCAE}" type="parTrans" cxnId="{300D8751-8D55-4952-B91C-383FE5833ACC}">
      <dgm:prSet/>
      <dgm:spPr/>
      <dgm:t>
        <a:bodyPr/>
        <a:lstStyle/>
        <a:p>
          <a:endParaRPr lang="en-US"/>
        </a:p>
      </dgm:t>
    </dgm:pt>
    <dgm:pt modelId="{D6DFFC3E-D2C9-4435-9868-41CC95CFAD3A}" type="sibTrans" cxnId="{300D8751-8D55-4952-B91C-383FE5833ACC}">
      <dgm:prSet/>
      <dgm:spPr/>
      <dgm:t>
        <a:bodyPr/>
        <a:lstStyle/>
        <a:p>
          <a:endParaRPr lang="en-US"/>
        </a:p>
      </dgm:t>
    </dgm:pt>
    <dgm:pt modelId="{F43961F3-6CAE-47D2-84D2-307421DBBBAF}">
      <dgm:prSet/>
      <dgm:spPr/>
      <dgm:t>
        <a:bodyPr/>
        <a:lstStyle/>
        <a:p>
          <a:r>
            <a:rPr lang="en-IN"/>
            <a:t>Pod Restart → Container created → Data lost</a:t>
          </a:r>
          <a:endParaRPr lang="en-US"/>
        </a:p>
      </dgm:t>
    </dgm:pt>
    <dgm:pt modelId="{E2719076-B436-499C-A766-24F89F310B4C}" type="parTrans" cxnId="{238893F8-4A60-484C-9E91-344571B6F0BE}">
      <dgm:prSet/>
      <dgm:spPr/>
      <dgm:t>
        <a:bodyPr/>
        <a:lstStyle/>
        <a:p>
          <a:endParaRPr lang="en-US"/>
        </a:p>
      </dgm:t>
    </dgm:pt>
    <dgm:pt modelId="{10678330-94FA-409C-9C1B-7A07D7C5A89F}" type="sibTrans" cxnId="{238893F8-4A60-484C-9E91-344571B6F0BE}">
      <dgm:prSet/>
      <dgm:spPr/>
      <dgm:t>
        <a:bodyPr/>
        <a:lstStyle/>
        <a:p>
          <a:endParaRPr lang="en-US"/>
        </a:p>
      </dgm:t>
    </dgm:pt>
    <dgm:pt modelId="{490C19D5-2901-40F1-A93D-5C04505F6734}">
      <dgm:prSet/>
      <dgm:spPr/>
      <dgm:t>
        <a:bodyPr/>
        <a:lstStyle/>
        <a:p>
          <a:r>
            <a:rPr lang="en-US" b="1"/>
            <a:t>Solution</a:t>
          </a:r>
          <a:endParaRPr lang="en-US"/>
        </a:p>
      </dgm:t>
    </dgm:pt>
    <dgm:pt modelId="{E9BC03A8-9206-4F9E-B765-E2D8D58DA950}" type="parTrans" cxnId="{3A4E4BFF-2E0B-44FD-91D2-7CE794D591E4}">
      <dgm:prSet/>
      <dgm:spPr/>
      <dgm:t>
        <a:bodyPr/>
        <a:lstStyle/>
        <a:p>
          <a:endParaRPr lang="en-US"/>
        </a:p>
      </dgm:t>
    </dgm:pt>
    <dgm:pt modelId="{2CCCCCE7-CE8E-4078-9440-3915EC168E7C}" type="sibTrans" cxnId="{3A4E4BFF-2E0B-44FD-91D2-7CE794D591E4}">
      <dgm:prSet/>
      <dgm:spPr/>
      <dgm:t>
        <a:bodyPr/>
        <a:lstStyle/>
        <a:p>
          <a:endParaRPr lang="en-US"/>
        </a:p>
      </dgm:t>
    </dgm:pt>
    <dgm:pt modelId="{CE4A27E3-FDFE-4FE2-9EC1-A0D429802E6A}">
      <dgm:prSet/>
      <dgm:spPr/>
      <dgm:t>
        <a:bodyPr/>
        <a:lstStyle/>
        <a:p>
          <a:r>
            <a:rPr lang="en-IN"/>
            <a:t>Kubernetes provides storage mechanisms.</a:t>
          </a:r>
          <a:endParaRPr lang="en-US"/>
        </a:p>
      </dgm:t>
    </dgm:pt>
    <dgm:pt modelId="{2555A132-F1A0-4982-BD49-19368DC869DE}" type="parTrans" cxnId="{89711599-E8F3-4891-B7A8-6D0FA5747597}">
      <dgm:prSet/>
      <dgm:spPr/>
      <dgm:t>
        <a:bodyPr/>
        <a:lstStyle/>
        <a:p>
          <a:endParaRPr lang="en-US"/>
        </a:p>
      </dgm:t>
    </dgm:pt>
    <dgm:pt modelId="{823F0943-770E-4F47-B7F9-5854FA5F2336}" type="sibTrans" cxnId="{89711599-E8F3-4891-B7A8-6D0FA5747597}">
      <dgm:prSet/>
      <dgm:spPr/>
      <dgm:t>
        <a:bodyPr/>
        <a:lstStyle/>
        <a:p>
          <a:endParaRPr lang="en-US"/>
        </a:p>
      </dgm:t>
    </dgm:pt>
    <dgm:pt modelId="{AC900F5A-96CA-2040-BDEF-A4F7F9007C88}" type="pres">
      <dgm:prSet presAssocID="{EAC92CA5-E8CA-468B-B635-5C6D7FDBAF42}" presName="linear" presStyleCnt="0">
        <dgm:presLayoutVars>
          <dgm:dir/>
          <dgm:animLvl val="lvl"/>
          <dgm:resizeHandles val="exact"/>
        </dgm:presLayoutVars>
      </dgm:prSet>
      <dgm:spPr/>
    </dgm:pt>
    <dgm:pt modelId="{708F50B6-4DCC-AB44-AC90-094A568E2BE2}" type="pres">
      <dgm:prSet presAssocID="{C5C2A2E9-1C03-4D29-8A69-19402751C810}" presName="parentLin" presStyleCnt="0"/>
      <dgm:spPr/>
    </dgm:pt>
    <dgm:pt modelId="{A62C6981-84A7-8B48-B98C-2A6106051A89}" type="pres">
      <dgm:prSet presAssocID="{C5C2A2E9-1C03-4D29-8A69-19402751C810}" presName="parentLeftMargin" presStyleLbl="node1" presStyleIdx="0" presStyleCnt="2"/>
      <dgm:spPr/>
    </dgm:pt>
    <dgm:pt modelId="{E24B33DB-1FA2-D34C-B637-CDE7898B0351}" type="pres">
      <dgm:prSet presAssocID="{C5C2A2E9-1C03-4D29-8A69-19402751C81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B5DBBA7-B4D1-B34A-AFEE-DE2810110B69}" type="pres">
      <dgm:prSet presAssocID="{C5C2A2E9-1C03-4D29-8A69-19402751C810}" presName="negativeSpace" presStyleCnt="0"/>
      <dgm:spPr/>
    </dgm:pt>
    <dgm:pt modelId="{8D838F4C-C32B-EC4C-B8C2-DC9CE16DA34C}" type="pres">
      <dgm:prSet presAssocID="{C5C2A2E9-1C03-4D29-8A69-19402751C810}" presName="childText" presStyleLbl="conFgAcc1" presStyleIdx="0" presStyleCnt="2">
        <dgm:presLayoutVars>
          <dgm:bulletEnabled val="1"/>
        </dgm:presLayoutVars>
      </dgm:prSet>
      <dgm:spPr/>
    </dgm:pt>
    <dgm:pt modelId="{F9AD8E67-C688-534B-BA5D-F07B69984EEF}" type="pres">
      <dgm:prSet presAssocID="{DEBBA1A6-E517-449E-9072-4FFD481A876B}" presName="spaceBetweenRectangles" presStyleCnt="0"/>
      <dgm:spPr/>
    </dgm:pt>
    <dgm:pt modelId="{3B406FDF-0664-B149-9F1D-2353010D16AC}" type="pres">
      <dgm:prSet presAssocID="{490C19D5-2901-40F1-A93D-5C04505F6734}" presName="parentLin" presStyleCnt="0"/>
      <dgm:spPr/>
    </dgm:pt>
    <dgm:pt modelId="{D398EEE7-4F43-BD47-965A-CB1884C8CDD6}" type="pres">
      <dgm:prSet presAssocID="{490C19D5-2901-40F1-A93D-5C04505F6734}" presName="parentLeftMargin" presStyleLbl="node1" presStyleIdx="0" presStyleCnt="2"/>
      <dgm:spPr/>
    </dgm:pt>
    <dgm:pt modelId="{D74BE412-6010-4442-A897-FE56BBFCA926}" type="pres">
      <dgm:prSet presAssocID="{490C19D5-2901-40F1-A93D-5C04505F673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068E4DE-C87E-3347-9DD7-0E7393409AC7}" type="pres">
      <dgm:prSet presAssocID="{490C19D5-2901-40F1-A93D-5C04505F6734}" presName="negativeSpace" presStyleCnt="0"/>
      <dgm:spPr/>
    </dgm:pt>
    <dgm:pt modelId="{F4EE654C-3C22-154F-ABEF-EF45067D3CEC}" type="pres">
      <dgm:prSet presAssocID="{490C19D5-2901-40F1-A93D-5C04505F673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CDF4409-C5B6-5344-BBF7-C56827FF5C0D}" type="presOf" srcId="{F43961F3-6CAE-47D2-84D2-307421DBBBAF}" destId="{8D838F4C-C32B-EC4C-B8C2-DC9CE16DA34C}" srcOrd="0" destOrd="1" presId="urn:microsoft.com/office/officeart/2005/8/layout/list1"/>
    <dgm:cxn modelId="{FA564745-9158-4626-8CF8-A722398B65EC}" srcId="{EAC92CA5-E8CA-468B-B635-5C6D7FDBAF42}" destId="{C5C2A2E9-1C03-4D29-8A69-19402751C810}" srcOrd="0" destOrd="0" parTransId="{639F0D3A-B124-47E9-8BA8-BF249FD5B8D7}" sibTransId="{DEBBA1A6-E517-449E-9072-4FFD481A876B}"/>
    <dgm:cxn modelId="{300D8751-8D55-4952-B91C-383FE5833ACC}" srcId="{C5C2A2E9-1C03-4D29-8A69-19402751C810}" destId="{463BD01E-FF85-40F6-A918-E3AAEEE0314F}" srcOrd="0" destOrd="0" parTransId="{47B41519-2F8A-4EAC-9351-4B824B5BCCAE}" sibTransId="{D6DFFC3E-D2C9-4435-9868-41CC95CFAD3A}"/>
    <dgm:cxn modelId="{99059158-77F5-464A-849E-D06BB7CD55FD}" type="presOf" srcId="{C5C2A2E9-1C03-4D29-8A69-19402751C810}" destId="{A62C6981-84A7-8B48-B98C-2A6106051A89}" srcOrd="0" destOrd="0" presId="urn:microsoft.com/office/officeart/2005/8/layout/list1"/>
    <dgm:cxn modelId="{0BD5D668-44E8-C748-9A41-9D390B9F5DEF}" type="presOf" srcId="{EAC92CA5-E8CA-468B-B635-5C6D7FDBAF42}" destId="{AC900F5A-96CA-2040-BDEF-A4F7F9007C88}" srcOrd="0" destOrd="0" presId="urn:microsoft.com/office/officeart/2005/8/layout/list1"/>
    <dgm:cxn modelId="{89711599-E8F3-4891-B7A8-6D0FA5747597}" srcId="{490C19D5-2901-40F1-A93D-5C04505F6734}" destId="{CE4A27E3-FDFE-4FE2-9EC1-A0D429802E6A}" srcOrd="0" destOrd="0" parTransId="{2555A132-F1A0-4982-BD49-19368DC869DE}" sibTransId="{823F0943-770E-4F47-B7F9-5854FA5F2336}"/>
    <dgm:cxn modelId="{ACB124AB-11B9-B048-9216-BB52A76515D5}" type="presOf" srcId="{463BD01E-FF85-40F6-A918-E3AAEEE0314F}" destId="{8D838F4C-C32B-EC4C-B8C2-DC9CE16DA34C}" srcOrd="0" destOrd="0" presId="urn:microsoft.com/office/officeart/2005/8/layout/list1"/>
    <dgm:cxn modelId="{0944CFCA-0D24-6B41-9AA2-C44308839DDD}" type="presOf" srcId="{CE4A27E3-FDFE-4FE2-9EC1-A0D429802E6A}" destId="{F4EE654C-3C22-154F-ABEF-EF45067D3CEC}" srcOrd="0" destOrd="0" presId="urn:microsoft.com/office/officeart/2005/8/layout/list1"/>
    <dgm:cxn modelId="{3EC03BCF-B28A-0049-85FA-1E737112727A}" type="presOf" srcId="{C5C2A2E9-1C03-4D29-8A69-19402751C810}" destId="{E24B33DB-1FA2-D34C-B637-CDE7898B0351}" srcOrd="1" destOrd="0" presId="urn:microsoft.com/office/officeart/2005/8/layout/list1"/>
    <dgm:cxn modelId="{7541E6E5-49AB-9545-A949-F2A5A11D0132}" type="presOf" srcId="{490C19D5-2901-40F1-A93D-5C04505F6734}" destId="{D74BE412-6010-4442-A897-FE56BBFCA926}" srcOrd="1" destOrd="0" presId="urn:microsoft.com/office/officeart/2005/8/layout/list1"/>
    <dgm:cxn modelId="{D76A7DF3-2FD0-3E4C-BB6D-1B76C10DFABB}" type="presOf" srcId="{490C19D5-2901-40F1-A93D-5C04505F6734}" destId="{D398EEE7-4F43-BD47-965A-CB1884C8CDD6}" srcOrd="0" destOrd="0" presId="urn:microsoft.com/office/officeart/2005/8/layout/list1"/>
    <dgm:cxn modelId="{238893F8-4A60-484C-9E91-344571B6F0BE}" srcId="{463BD01E-FF85-40F6-A918-E3AAEEE0314F}" destId="{F43961F3-6CAE-47D2-84D2-307421DBBBAF}" srcOrd="0" destOrd="0" parTransId="{E2719076-B436-499C-A766-24F89F310B4C}" sibTransId="{10678330-94FA-409C-9C1B-7A07D7C5A89F}"/>
    <dgm:cxn modelId="{3A4E4BFF-2E0B-44FD-91D2-7CE794D591E4}" srcId="{EAC92CA5-E8CA-468B-B635-5C6D7FDBAF42}" destId="{490C19D5-2901-40F1-A93D-5C04505F6734}" srcOrd="1" destOrd="0" parTransId="{E9BC03A8-9206-4F9E-B765-E2D8D58DA950}" sibTransId="{2CCCCCE7-CE8E-4078-9440-3915EC168E7C}"/>
    <dgm:cxn modelId="{A2DAFAB8-11C0-2446-8B38-B51459381437}" type="presParOf" srcId="{AC900F5A-96CA-2040-BDEF-A4F7F9007C88}" destId="{708F50B6-4DCC-AB44-AC90-094A568E2BE2}" srcOrd="0" destOrd="0" presId="urn:microsoft.com/office/officeart/2005/8/layout/list1"/>
    <dgm:cxn modelId="{87303875-E870-BB42-A74E-0BEE80DB5589}" type="presParOf" srcId="{708F50B6-4DCC-AB44-AC90-094A568E2BE2}" destId="{A62C6981-84A7-8B48-B98C-2A6106051A89}" srcOrd="0" destOrd="0" presId="urn:microsoft.com/office/officeart/2005/8/layout/list1"/>
    <dgm:cxn modelId="{63BF6B50-2C06-D948-8429-D12EBC1F2BD4}" type="presParOf" srcId="{708F50B6-4DCC-AB44-AC90-094A568E2BE2}" destId="{E24B33DB-1FA2-D34C-B637-CDE7898B0351}" srcOrd="1" destOrd="0" presId="urn:microsoft.com/office/officeart/2005/8/layout/list1"/>
    <dgm:cxn modelId="{889A244E-972A-BD44-B286-662BAEE4DB23}" type="presParOf" srcId="{AC900F5A-96CA-2040-BDEF-A4F7F9007C88}" destId="{CB5DBBA7-B4D1-B34A-AFEE-DE2810110B69}" srcOrd="1" destOrd="0" presId="urn:microsoft.com/office/officeart/2005/8/layout/list1"/>
    <dgm:cxn modelId="{A82CC18A-9794-974F-AA87-17A10587C260}" type="presParOf" srcId="{AC900F5A-96CA-2040-BDEF-A4F7F9007C88}" destId="{8D838F4C-C32B-EC4C-B8C2-DC9CE16DA34C}" srcOrd="2" destOrd="0" presId="urn:microsoft.com/office/officeart/2005/8/layout/list1"/>
    <dgm:cxn modelId="{8B052399-0C19-0A40-91C2-7EA8FE566574}" type="presParOf" srcId="{AC900F5A-96CA-2040-BDEF-A4F7F9007C88}" destId="{F9AD8E67-C688-534B-BA5D-F07B69984EEF}" srcOrd="3" destOrd="0" presId="urn:microsoft.com/office/officeart/2005/8/layout/list1"/>
    <dgm:cxn modelId="{6A9A31BB-9CDD-654C-88D8-55929AF5A8B2}" type="presParOf" srcId="{AC900F5A-96CA-2040-BDEF-A4F7F9007C88}" destId="{3B406FDF-0664-B149-9F1D-2353010D16AC}" srcOrd="4" destOrd="0" presId="urn:microsoft.com/office/officeart/2005/8/layout/list1"/>
    <dgm:cxn modelId="{D9E8747F-8164-CE4E-A172-A7319E0604DE}" type="presParOf" srcId="{3B406FDF-0664-B149-9F1D-2353010D16AC}" destId="{D398EEE7-4F43-BD47-965A-CB1884C8CDD6}" srcOrd="0" destOrd="0" presId="urn:microsoft.com/office/officeart/2005/8/layout/list1"/>
    <dgm:cxn modelId="{9969D9F2-3734-4D44-AED6-4054F942EA89}" type="presParOf" srcId="{3B406FDF-0664-B149-9F1D-2353010D16AC}" destId="{D74BE412-6010-4442-A897-FE56BBFCA926}" srcOrd="1" destOrd="0" presId="urn:microsoft.com/office/officeart/2005/8/layout/list1"/>
    <dgm:cxn modelId="{18F425BC-10A7-CC44-AEE1-DF6EE8C16059}" type="presParOf" srcId="{AC900F5A-96CA-2040-BDEF-A4F7F9007C88}" destId="{7068E4DE-C87E-3347-9DD7-0E7393409AC7}" srcOrd="5" destOrd="0" presId="urn:microsoft.com/office/officeart/2005/8/layout/list1"/>
    <dgm:cxn modelId="{D403C34A-9F51-3749-A80C-8634E7D15B58}" type="presParOf" srcId="{AC900F5A-96CA-2040-BDEF-A4F7F9007C88}" destId="{F4EE654C-3C22-154F-ABEF-EF45067D3CE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84D01C-DE51-4989-8D24-7854E80A48D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863897-FA1A-44C4-BE91-66BC96681047}">
      <dgm:prSet/>
      <dgm:spPr/>
      <dgm:t>
        <a:bodyPr/>
        <a:lstStyle/>
        <a:p>
          <a:r>
            <a:rPr lang="en-US"/>
            <a:t>Process</a:t>
          </a:r>
        </a:p>
      </dgm:t>
    </dgm:pt>
    <dgm:pt modelId="{010AEA93-D3B7-4707-A40E-A3FAB87BD2C0}" type="parTrans" cxnId="{033C50C8-A4A1-41EF-B30E-7D3701FBF0B3}">
      <dgm:prSet/>
      <dgm:spPr/>
      <dgm:t>
        <a:bodyPr/>
        <a:lstStyle/>
        <a:p>
          <a:endParaRPr lang="en-US"/>
        </a:p>
      </dgm:t>
    </dgm:pt>
    <dgm:pt modelId="{53BAFBD0-1273-4EE8-89E2-18DF24EEFE70}" type="sibTrans" cxnId="{033C50C8-A4A1-41EF-B30E-7D3701FBF0B3}">
      <dgm:prSet/>
      <dgm:spPr/>
      <dgm:t>
        <a:bodyPr/>
        <a:lstStyle/>
        <a:p>
          <a:endParaRPr lang="en-US"/>
        </a:p>
      </dgm:t>
    </dgm:pt>
    <dgm:pt modelId="{88A34EBA-5A42-4DA2-8A83-190AC65DCE67}">
      <dgm:prSet/>
      <dgm:spPr/>
      <dgm:t>
        <a:bodyPr/>
        <a:lstStyle/>
        <a:p>
          <a:r>
            <a:rPr lang="en-US"/>
            <a:t>Create a PV </a:t>
          </a:r>
        </a:p>
      </dgm:t>
    </dgm:pt>
    <dgm:pt modelId="{C8594D4F-49B2-4ACB-9811-D17A9EF8909F}" type="parTrans" cxnId="{2DBE1AA5-D4DE-4E1A-8D50-FDB150759DC5}">
      <dgm:prSet/>
      <dgm:spPr/>
      <dgm:t>
        <a:bodyPr/>
        <a:lstStyle/>
        <a:p>
          <a:endParaRPr lang="en-US"/>
        </a:p>
      </dgm:t>
    </dgm:pt>
    <dgm:pt modelId="{555C62A2-5FC3-4A16-9B52-F6394BE148E6}" type="sibTrans" cxnId="{2DBE1AA5-D4DE-4E1A-8D50-FDB150759DC5}">
      <dgm:prSet/>
      <dgm:spPr/>
      <dgm:t>
        <a:bodyPr/>
        <a:lstStyle/>
        <a:p>
          <a:endParaRPr lang="en-US"/>
        </a:p>
      </dgm:t>
    </dgm:pt>
    <dgm:pt modelId="{D17E7C14-37FC-47A9-BE2C-4582E3A20841}">
      <dgm:prSet/>
      <dgm:spPr/>
      <dgm:t>
        <a:bodyPr/>
        <a:lstStyle/>
        <a:p>
          <a:r>
            <a:rPr lang="en-US"/>
            <a:t>Create a PVC </a:t>
          </a:r>
        </a:p>
      </dgm:t>
    </dgm:pt>
    <dgm:pt modelId="{D5615128-3050-4154-BE34-67D8894498C3}" type="parTrans" cxnId="{DBD128E5-3A58-4384-8C7D-188E6A9E0C24}">
      <dgm:prSet/>
      <dgm:spPr/>
      <dgm:t>
        <a:bodyPr/>
        <a:lstStyle/>
        <a:p>
          <a:endParaRPr lang="en-US"/>
        </a:p>
      </dgm:t>
    </dgm:pt>
    <dgm:pt modelId="{83BFDCF5-916F-4FBA-A411-1926B55FD3D3}" type="sibTrans" cxnId="{DBD128E5-3A58-4384-8C7D-188E6A9E0C24}">
      <dgm:prSet/>
      <dgm:spPr/>
      <dgm:t>
        <a:bodyPr/>
        <a:lstStyle/>
        <a:p>
          <a:endParaRPr lang="en-US"/>
        </a:p>
      </dgm:t>
    </dgm:pt>
    <dgm:pt modelId="{1E0A1BC4-3F1F-4487-A04B-AD5A5D7F8A0D}">
      <dgm:prSet/>
      <dgm:spPr/>
      <dgm:t>
        <a:bodyPr/>
        <a:lstStyle/>
        <a:p>
          <a:r>
            <a:rPr lang="en-US"/>
            <a:t>Mount in the Pod</a:t>
          </a:r>
        </a:p>
      </dgm:t>
    </dgm:pt>
    <dgm:pt modelId="{2D3E5B66-58A2-4F05-B822-5357EDDB4B11}" type="parTrans" cxnId="{DDA382B3-67A2-427F-B559-8A9DCF673FFF}">
      <dgm:prSet/>
      <dgm:spPr/>
      <dgm:t>
        <a:bodyPr/>
        <a:lstStyle/>
        <a:p>
          <a:endParaRPr lang="en-US"/>
        </a:p>
      </dgm:t>
    </dgm:pt>
    <dgm:pt modelId="{F47CC985-1E5F-4177-9623-1D0062B201B3}" type="sibTrans" cxnId="{DDA382B3-67A2-427F-B559-8A9DCF673FFF}">
      <dgm:prSet/>
      <dgm:spPr/>
      <dgm:t>
        <a:bodyPr/>
        <a:lstStyle/>
        <a:p>
          <a:endParaRPr lang="en-US"/>
        </a:p>
      </dgm:t>
    </dgm:pt>
    <dgm:pt modelId="{59BCE3C4-597D-4F89-95AC-3FC633634B42}">
      <dgm:prSet/>
      <dgm:spPr/>
      <dgm:t>
        <a:bodyPr/>
        <a:lstStyle/>
        <a:p>
          <a:r>
            <a:rPr lang="en-US"/>
            <a:t>Drawback: </a:t>
          </a:r>
        </a:p>
      </dgm:t>
    </dgm:pt>
    <dgm:pt modelId="{03C69F40-3EC9-4765-9FBA-A2F471161BE1}" type="parTrans" cxnId="{EF298AE2-2B98-4BCA-B286-ED3B377A2DF9}">
      <dgm:prSet/>
      <dgm:spPr/>
      <dgm:t>
        <a:bodyPr/>
        <a:lstStyle/>
        <a:p>
          <a:endParaRPr lang="en-US"/>
        </a:p>
      </dgm:t>
    </dgm:pt>
    <dgm:pt modelId="{13E65743-3475-4F6E-8266-4372A986A7B4}" type="sibTrans" cxnId="{EF298AE2-2B98-4BCA-B286-ED3B377A2DF9}">
      <dgm:prSet/>
      <dgm:spPr/>
      <dgm:t>
        <a:bodyPr/>
        <a:lstStyle/>
        <a:p>
          <a:endParaRPr lang="en-US"/>
        </a:p>
      </dgm:t>
    </dgm:pt>
    <dgm:pt modelId="{DCE1A24E-2205-47FC-A180-959FC88811C9}">
      <dgm:prSet/>
      <dgm:spPr/>
      <dgm:t>
        <a:bodyPr/>
        <a:lstStyle/>
        <a:p>
          <a:r>
            <a:rPr lang="en-US"/>
            <a:t>Manual Process</a:t>
          </a:r>
        </a:p>
      </dgm:t>
    </dgm:pt>
    <dgm:pt modelId="{801B924C-3699-40D8-A81B-45AD6C52FF0F}" type="parTrans" cxnId="{F70DA265-1D31-43BF-80A8-6CEC7C9DE3F9}">
      <dgm:prSet/>
      <dgm:spPr/>
      <dgm:t>
        <a:bodyPr/>
        <a:lstStyle/>
        <a:p>
          <a:endParaRPr lang="en-US"/>
        </a:p>
      </dgm:t>
    </dgm:pt>
    <dgm:pt modelId="{10D1041D-6A88-41F7-9133-78ECA7F389D6}" type="sibTrans" cxnId="{F70DA265-1D31-43BF-80A8-6CEC7C9DE3F9}">
      <dgm:prSet/>
      <dgm:spPr/>
      <dgm:t>
        <a:bodyPr/>
        <a:lstStyle/>
        <a:p>
          <a:endParaRPr lang="en-US"/>
        </a:p>
      </dgm:t>
    </dgm:pt>
    <dgm:pt modelId="{9E60900A-3371-45F0-8A1F-9E0A8FF6356B}">
      <dgm:prSet/>
      <dgm:spPr/>
      <dgm:t>
        <a:bodyPr/>
        <a:lstStyle/>
        <a:p>
          <a:r>
            <a:rPr lang="en-US"/>
            <a:t>Hard to Scale </a:t>
          </a:r>
        </a:p>
      </dgm:t>
    </dgm:pt>
    <dgm:pt modelId="{3B3855E6-E12A-4E2E-A36C-6E210D471457}" type="parTrans" cxnId="{DFEBE5C3-542B-4415-ACAC-1BA0D1EA84C7}">
      <dgm:prSet/>
      <dgm:spPr/>
      <dgm:t>
        <a:bodyPr/>
        <a:lstStyle/>
        <a:p>
          <a:endParaRPr lang="en-US"/>
        </a:p>
      </dgm:t>
    </dgm:pt>
    <dgm:pt modelId="{EF724B21-7388-4CF5-89BA-67816E7718A5}" type="sibTrans" cxnId="{DFEBE5C3-542B-4415-ACAC-1BA0D1EA84C7}">
      <dgm:prSet/>
      <dgm:spPr/>
      <dgm:t>
        <a:bodyPr/>
        <a:lstStyle/>
        <a:p>
          <a:endParaRPr lang="en-US"/>
        </a:p>
      </dgm:t>
    </dgm:pt>
    <dgm:pt modelId="{C52F78B9-82D6-4DA6-9CB5-CF7D519FB003}">
      <dgm:prSet/>
      <dgm:spPr/>
      <dgm:t>
        <a:bodyPr/>
        <a:lstStyle/>
        <a:p>
          <a:r>
            <a:rPr lang="en-US"/>
            <a:t>Use Case: </a:t>
          </a:r>
        </a:p>
      </dgm:t>
    </dgm:pt>
    <dgm:pt modelId="{12F8CE57-5C84-4CC2-ACDA-7AFBF574A52E}" type="parTrans" cxnId="{FD1D17B3-9E65-424C-9486-19AE925ED25F}">
      <dgm:prSet/>
      <dgm:spPr/>
      <dgm:t>
        <a:bodyPr/>
        <a:lstStyle/>
        <a:p>
          <a:endParaRPr lang="en-US"/>
        </a:p>
      </dgm:t>
    </dgm:pt>
    <dgm:pt modelId="{8CFA7227-C0D4-4630-8FA4-5078EB7C2983}" type="sibTrans" cxnId="{FD1D17B3-9E65-424C-9486-19AE925ED25F}">
      <dgm:prSet/>
      <dgm:spPr/>
      <dgm:t>
        <a:bodyPr/>
        <a:lstStyle/>
        <a:p>
          <a:endParaRPr lang="en-US"/>
        </a:p>
      </dgm:t>
    </dgm:pt>
    <dgm:pt modelId="{055289BF-92AE-4A4F-AF21-719F4FEB2F70}">
      <dgm:prSet/>
      <dgm:spPr/>
      <dgm:t>
        <a:bodyPr/>
        <a:lstStyle/>
        <a:p>
          <a:r>
            <a:rPr lang="en-US"/>
            <a:t>Learning</a:t>
          </a:r>
        </a:p>
      </dgm:t>
    </dgm:pt>
    <dgm:pt modelId="{7247F7F2-8098-4D76-8DFA-5BAA4D3CF31B}" type="parTrans" cxnId="{753C2B2D-532B-46DC-B48B-EB9BAF2A085D}">
      <dgm:prSet/>
      <dgm:spPr/>
      <dgm:t>
        <a:bodyPr/>
        <a:lstStyle/>
        <a:p>
          <a:endParaRPr lang="en-US"/>
        </a:p>
      </dgm:t>
    </dgm:pt>
    <dgm:pt modelId="{C3D5C887-F75D-4F2D-A54C-B802A198F1DB}" type="sibTrans" cxnId="{753C2B2D-532B-46DC-B48B-EB9BAF2A085D}">
      <dgm:prSet/>
      <dgm:spPr/>
      <dgm:t>
        <a:bodyPr/>
        <a:lstStyle/>
        <a:p>
          <a:endParaRPr lang="en-US"/>
        </a:p>
      </dgm:t>
    </dgm:pt>
    <dgm:pt modelId="{C0B553C9-0CA2-024E-97AD-36425060BAE0}" type="pres">
      <dgm:prSet presAssocID="{FA84D01C-DE51-4989-8D24-7854E80A48DD}" presName="Name0" presStyleCnt="0">
        <dgm:presLayoutVars>
          <dgm:dir/>
          <dgm:animLvl val="lvl"/>
          <dgm:resizeHandles val="exact"/>
        </dgm:presLayoutVars>
      </dgm:prSet>
      <dgm:spPr/>
    </dgm:pt>
    <dgm:pt modelId="{C742D959-1711-4245-83B9-66D5CD6F126C}" type="pres">
      <dgm:prSet presAssocID="{0B863897-FA1A-44C4-BE91-66BC96681047}" presName="composite" presStyleCnt="0"/>
      <dgm:spPr/>
    </dgm:pt>
    <dgm:pt modelId="{8D91EADA-79DA-6141-B941-6318AA263EF3}" type="pres">
      <dgm:prSet presAssocID="{0B863897-FA1A-44C4-BE91-66BC9668104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A3B55FF-CDE1-9544-9114-21B54F29A9AE}" type="pres">
      <dgm:prSet presAssocID="{0B863897-FA1A-44C4-BE91-66BC96681047}" presName="desTx" presStyleLbl="alignAccFollowNode1" presStyleIdx="0" presStyleCnt="3">
        <dgm:presLayoutVars>
          <dgm:bulletEnabled val="1"/>
        </dgm:presLayoutVars>
      </dgm:prSet>
      <dgm:spPr/>
    </dgm:pt>
    <dgm:pt modelId="{1CCD7F5B-A12D-664F-A7E0-0515FD89436B}" type="pres">
      <dgm:prSet presAssocID="{53BAFBD0-1273-4EE8-89E2-18DF24EEFE70}" presName="space" presStyleCnt="0"/>
      <dgm:spPr/>
    </dgm:pt>
    <dgm:pt modelId="{BC0C1451-CF0A-9448-95AD-63CD82ABA9B1}" type="pres">
      <dgm:prSet presAssocID="{59BCE3C4-597D-4F89-95AC-3FC633634B42}" presName="composite" presStyleCnt="0"/>
      <dgm:spPr/>
    </dgm:pt>
    <dgm:pt modelId="{C600F7B5-172E-A648-9A62-6598EE68AEDB}" type="pres">
      <dgm:prSet presAssocID="{59BCE3C4-597D-4F89-95AC-3FC633634B4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F750134-4AFA-3C42-8104-25B97D7D2DF0}" type="pres">
      <dgm:prSet presAssocID="{59BCE3C4-597D-4F89-95AC-3FC633634B42}" presName="desTx" presStyleLbl="alignAccFollowNode1" presStyleIdx="1" presStyleCnt="3">
        <dgm:presLayoutVars>
          <dgm:bulletEnabled val="1"/>
        </dgm:presLayoutVars>
      </dgm:prSet>
      <dgm:spPr/>
    </dgm:pt>
    <dgm:pt modelId="{F81BD0D4-40B7-3E43-A909-9B4E34DB6E88}" type="pres">
      <dgm:prSet presAssocID="{13E65743-3475-4F6E-8266-4372A986A7B4}" presName="space" presStyleCnt="0"/>
      <dgm:spPr/>
    </dgm:pt>
    <dgm:pt modelId="{E2C56D60-9ECE-EA41-B329-1046302B41A7}" type="pres">
      <dgm:prSet presAssocID="{C52F78B9-82D6-4DA6-9CB5-CF7D519FB003}" presName="composite" presStyleCnt="0"/>
      <dgm:spPr/>
    </dgm:pt>
    <dgm:pt modelId="{D4AAA3E5-C5AD-4245-820F-3B18000F709D}" type="pres">
      <dgm:prSet presAssocID="{C52F78B9-82D6-4DA6-9CB5-CF7D519FB00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C05B617-9920-4E44-A6AE-027015E03D4E}" type="pres">
      <dgm:prSet presAssocID="{C52F78B9-82D6-4DA6-9CB5-CF7D519FB00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139C007-F21C-2948-9129-F52FD3D6A7E7}" type="presOf" srcId="{1E0A1BC4-3F1F-4487-A04B-AD5A5D7F8A0D}" destId="{CA3B55FF-CDE1-9544-9114-21B54F29A9AE}" srcOrd="0" destOrd="2" presId="urn:microsoft.com/office/officeart/2005/8/layout/hList1"/>
    <dgm:cxn modelId="{10B62721-F402-1641-A4C5-BDC5BBE5541E}" type="presOf" srcId="{055289BF-92AE-4A4F-AF21-719F4FEB2F70}" destId="{5C05B617-9920-4E44-A6AE-027015E03D4E}" srcOrd="0" destOrd="0" presId="urn:microsoft.com/office/officeart/2005/8/layout/hList1"/>
    <dgm:cxn modelId="{7CED2225-737A-2B40-A89A-72242D2B65CA}" type="presOf" srcId="{9E60900A-3371-45F0-8A1F-9E0A8FF6356B}" destId="{3F750134-4AFA-3C42-8104-25B97D7D2DF0}" srcOrd="0" destOrd="1" presId="urn:microsoft.com/office/officeart/2005/8/layout/hList1"/>
    <dgm:cxn modelId="{0833EB2C-2253-754A-8B02-55496D58110D}" type="presOf" srcId="{59BCE3C4-597D-4F89-95AC-3FC633634B42}" destId="{C600F7B5-172E-A648-9A62-6598EE68AEDB}" srcOrd="0" destOrd="0" presId="urn:microsoft.com/office/officeart/2005/8/layout/hList1"/>
    <dgm:cxn modelId="{753C2B2D-532B-46DC-B48B-EB9BAF2A085D}" srcId="{C52F78B9-82D6-4DA6-9CB5-CF7D519FB003}" destId="{055289BF-92AE-4A4F-AF21-719F4FEB2F70}" srcOrd="0" destOrd="0" parTransId="{7247F7F2-8098-4D76-8DFA-5BAA4D3CF31B}" sibTransId="{C3D5C887-F75D-4F2D-A54C-B802A198F1DB}"/>
    <dgm:cxn modelId="{1E118E38-0600-5648-AE47-86273F010E79}" type="presOf" srcId="{FA84D01C-DE51-4989-8D24-7854E80A48DD}" destId="{C0B553C9-0CA2-024E-97AD-36425060BAE0}" srcOrd="0" destOrd="0" presId="urn:microsoft.com/office/officeart/2005/8/layout/hList1"/>
    <dgm:cxn modelId="{EBF6BC55-189A-D047-894A-75F6A01875F0}" type="presOf" srcId="{D17E7C14-37FC-47A9-BE2C-4582E3A20841}" destId="{CA3B55FF-CDE1-9544-9114-21B54F29A9AE}" srcOrd="0" destOrd="1" presId="urn:microsoft.com/office/officeart/2005/8/layout/hList1"/>
    <dgm:cxn modelId="{F70DA265-1D31-43BF-80A8-6CEC7C9DE3F9}" srcId="{59BCE3C4-597D-4F89-95AC-3FC633634B42}" destId="{DCE1A24E-2205-47FC-A180-959FC88811C9}" srcOrd="0" destOrd="0" parTransId="{801B924C-3699-40D8-A81B-45AD6C52FF0F}" sibTransId="{10D1041D-6A88-41F7-9133-78ECA7F389D6}"/>
    <dgm:cxn modelId="{1CFAAF79-E141-4749-B3F0-C96A81C96CBA}" type="presOf" srcId="{0B863897-FA1A-44C4-BE91-66BC96681047}" destId="{8D91EADA-79DA-6141-B941-6318AA263EF3}" srcOrd="0" destOrd="0" presId="urn:microsoft.com/office/officeart/2005/8/layout/hList1"/>
    <dgm:cxn modelId="{CCE2D58E-836E-9D48-A807-19959DA5C786}" type="presOf" srcId="{C52F78B9-82D6-4DA6-9CB5-CF7D519FB003}" destId="{D4AAA3E5-C5AD-4245-820F-3B18000F709D}" srcOrd="0" destOrd="0" presId="urn:microsoft.com/office/officeart/2005/8/layout/hList1"/>
    <dgm:cxn modelId="{2DBE1AA5-D4DE-4E1A-8D50-FDB150759DC5}" srcId="{0B863897-FA1A-44C4-BE91-66BC96681047}" destId="{88A34EBA-5A42-4DA2-8A83-190AC65DCE67}" srcOrd="0" destOrd="0" parTransId="{C8594D4F-49B2-4ACB-9811-D17A9EF8909F}" sibTransId="{555C62A2-5FC3-4A16-9B52-F6394BE148E6}"/>
    <dgm:cxn modelId="{FD1D17B3-9E65-424C-9486-19AE925ED25F}" srcId="{FA84D01C-DE51-4989-8D24-7854E80A48DD}" destId="{C52F78B9-82D6-4DA6-9CB5-CF7D519FB003}" srcOrd="2" destOrd="0" parTransId="{12F8CE57-5C84-4CC2-ACDA-7AFBF574A52E}" sibTransId="{8CFA7227-C0D4-4630-8FA4-5078EB7C2983}"/>
    <dgm:cxn modelId="{DDA382B3-67A2-427F-B559-8A9DCF673FFF}" srcId="{0B863897-FA1A-44C4-BE91-66BC96681047}" destId="{1E0A1BC4-3F1F-4487-A04B-AD5A5D7F8A0D}" srcOrd="2" destOrd="0" parTransId="{2D3E5B66-58A2-4F05-B822-5357EDDB4B11}" sibTransId="{F47CC985-1E5F-4177-9623-1D0062B201B3}"/>
    <dgm:cxn modelId="{DFEBE5C3-542B-4415-ACAC-1BA0D1EA84C7}" srcId="{59BCE3C4-597D-4F89-95AC-3FC633634B42}" destId="{9E60900A-3371-45F0-8A1F-9E0A8FF6356B}" srcOrd="1" destOrd="0" parTransId="{3B3855E6-E12A-4E2E-A36C-6E210D471457}" sibTransId="{EF724B21-7388-4CF5-89BA-67816E7718A5}"/>
    <dgm:cxn modelId="{033C50C8-A4A1-41EF-B30E-7D3701FBF0B3}" srcId="{FA84D01C-DE51-4989-8D24-7854E80A48DD}" destId="{0B863897-FA1A-44C4-BE91-66BC96681047}" srcOrd="0" destOrd="0" parTransId="{010AEA93-D3B7-4707-A40E-A3FAB87BD2C0}" sibTransId="{53BAFBD0-1273-4EE8-89E2-18DF24EEFE70}"/>
    <dgm:cxn modelId="{05DD74D9-DE68-DF44-9610-DD8CEC25438D}" type="presOf" srcId="{88A34EBA-5A42-4DA2-8A83-190AC65DCE67}" destId="{CA3B55FF-CDE1-9544-9114-21B54F29A9AE}" srcOrd="0" destOrd="0" presId="urn:microsoft.com/office/officeart/2005/8/layout/hList1"/>
    <dgm:cxn modelId="{08EDEBDD-AEC2-C644-9422-05C9F55DFC93}" type="presOf" srcId="{DCE1A24E-2205-47FC-A180-959FC88811C9}" destId="{3F750134-4AFA-3C42-8104-25B97D7D2DF0}" srcOrd="0" destOrd="0" presId="urn:microsoft.com/office/officeart/2005/8/layout/hList1"/>
    <dgm:cxn modelId="{EF298AE2-2B98-4BCA-B286-ED3B377A2DF9}" srcId="{FA84D01C-DE51-4989-8D24-7854E80A48DD}" destId="{59BCE3C4-597D-4F89-95AC-3FC633634B42}" srcOrd="1" destOrd="0" parTransId="{03C69F40-3EC9-4765-9FBA-A2F471161BE1}" sibTransId="{13E65743-3475-4F6E-8266-4372A986A7B4}"/>
    <dgm:cxn modelId="{DBD128E5-3A58-4384-8C7D-188E6A9E0C24}" srcId="{0B863897-FA1A-44C4-BE91-66BC96681047}" destId="{D17E7C14-37FC-47A9-BE2C-4582E3A20841}" srcOrd="1" destOrd="0" parTransId="{D5615128-3050-4154-BE34-67D8894498C3}" sibTransId="{83BFDCF5-916F-4FBA-A411-1926B55FD3D3}"/>
    <dgm:cxn modelId="{A6661CE7-8D8E-D644-B501-2378B59207FD}" type="presParOf" srcId="{C0B553C9-0CA2-024E-97AD-36425060BAE0}" destId="{C742D959-1711-4245-83B9-66D5CD6F126C}" srcOrd="0" destOrd="0" presId="urn:microsoft.com/office/officeart/2005/8/layout/hList1"/>
    <dgm:cxn modelId="{9BF77BD3-7F7A-784B-B0AF-98E724E8086C}" type="presParOf" srcId="{C742D959-1711-4245-83B9-66D5CD6F126C}" destId="{8D91EADA-79DA-6141-B941-6318AA263EF3}" srcOrd="0" destOrd="0" presId="urn:microsoft.com/office/officeart/2005/8/layout/hList1"/>
    <dgm:cxn modelId="{B6C83D1B-9D37-3246-B038-3710BEBA7249}" type="presParOf" srcId="{C742D959-1711-4245-83B9-66D5CD6F126C}" destId="{CA3B55FF-CDE1-9544-9114-21B54F29A9AE}" srcOrd="1" destOrd="0" presId="urn:microsoft.com/office/officeart/2005/8/layout/hList1"/>
    <dgm:cxn modelId="{9977DFE3-DB6A-4940-98F5-90E6046FEA18}" type="presParOf" srcId="{C0B553C9-0CA2-024E-97AD-36425060BAE0}" destId="{1CCD7F5B-A12D-664F-A7E0-0515FD89436B}" srcOrd="1" destOrd="0" presId="urn:microsoft.com/office/officeart/2005/8/layout/hList1"/>
    <dgm:cxn modelId="{0415B7FC-F1B1-D349-9A49-97FFDE65D4BD}" type="presParOf" srcId="{C0B553C9-0CA2-024E-97AD-36425060BAE0}" destId="{BC0C1451-CF0A-9448-95AD-63CD82ABA9B1}" srcOrd="2" destOrd="0" presId="urn:microsoft.com/office/officeart/2005/8/layout/hList1"/>
    <dgm:cxn modelId="{D005D439-6398-4640-BEC2-D5D534043895}" type="presParOf" srcId="{BC0C1451-CF0A-9448-95AD-63CD82ABA9B1}" destId="{C600F7B5-172E-A648-9A62-6598EE68AEDB}" srcOrd="0" destOrd="0" presId="urn:microsoft.com/office/officeart/2005/8/layout/hList1"/>
    <dgm:cxn modelId="{8694A25E-0153-0149-81A5-4F0EB418CAE2}" type="presParOf" srcId="{BC0C1451-CF0A-9448-95AD-63CD82ABA9B1}" destId="{3F750134-4AFA-3C42-8104-25B97D7D2DF0}" srcOrd="1" destOrd="0" presId="urn:microsoft.com/office/officeart/2005/8/layout/hList1"/>
    <dgm:cxn modelId="{DA014FB3-9109-2F42-BC7E-BA1CF4CC7000}" type="presParOf" srcId="{C0B553C9-0CA2-024E-97AD-36425060BAE0}" destId="{F81BD0D4-40B7-3E43-A909-9B4E34DB6E88}" srcOrd="3" destOrd="0" presId="urn:microsoft.com/office/officeart/2005/8/layout/hList1"/>
    <dgm:cxn modelId="{F727AE4D-2DB5-D04B-A25E-43FB0C112028}" type="presParOf" srcId="{C0B553C9-0CA2-024E-97AD-36425060BAE0}" destId="{E2C56D60-9ECE-EA41-B329-1046302B41A7}" srcOrd="4" destOrd="0" presId="urn:microsoft.com/office/officeart/2005/8/layout/hList1"/>
    <dgm:cxn modelId="{35258F5D-44B0-8E41-B703-5ED8B0703E3E}" type="presParOf" srcId="{E2C56D60-9ECE-EA41-B329-1046302B41A7}" destId="{D4AAA3E5-C5AD-4245-820F-3B18000F709D}" srcOrd="0" destOrd="0" presId="urn:microsoft.com/office/officeart/2005/8/layout/hList1"/>
    <dgm:cxn modelId="{5C0C5B09-EA43-474E-906E-6EC263CFDBF5}" type="presParOf" srcId="{E2C56D60-9ECE-EA41-B329-1046302B41A7}" destId="{5C05B617-9920-4E44-A6AE-027015E03D4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25C900-0EBC-46FD-9630-909CD9EAE562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DE4548-C7F6-43D1-9B51-1DE58F40FA05}">
      <dgm:prSet/>
      <dgm:spPr/>
      <dgm:t>
        <a:bodyPr/>
        <a:lstStyle/>
        <a:p>
          <a:r>
            <a:rPr lang="en-IN"/>
            <a:t>Static</a:t>
          </a:r>
          <a:endParaRPr lang="en-US"/>
        </a:p>
      </dgm:t>
    </dgm:pt>
    <dgm:pt modelId="{595981DF-E0D8-4835-B2C1-328BE7FF01EB}" type="parTrans" cxnId="{150E0C30-28D0-4DAD-A9F6-55F5F33855F9}">
      <dgm:prSet/>
      <dgm:spPr/>
      <dgm:t>
        <a:bodyPr/>
        <a:lstStyle/>
        <a:p>
          <a:endParaRPr lang="en-US"/>
        </a:p>
      </dgm:t>
    </dgm:pt>
    <dgm:pt modelId="{A7E000D8-384D-49FA-83A2-9D6709162971}" type="sibTrans" cxnId="{150E0C30-28D0-4DAD-A9F6-55F5F33855F9}">
      <dgm:prSet/>
      <dgm:spPr/>
      <dgm:t>
        <a:bodyPr/>
        <a:lstStyle/>
        <a:p>
          <a:endParaRPr lang="en-US"/>
        </a:p>
      </dgm:t>
    </dgm:pt>
    <dgm:pt modelId="{A55E0418-99B1-469D-B37E-D85277BCC0D2}">
      <dgm:prSet/>
      <dgm:spPr/>
      <dgm:t>
        <a:bodyPr/>
        <a:lstStyle/>
        <a:p>
          <a:r>
            <a:rPr lang="en-IN"/>
            <a:t>Admin → PV → PVC → Pod</a:t>
          </a:r>
          <a:endParaRPr lang="en-US"/>
        </a:p>
      </dgm:t>
    </dgm:pt>
    <dgm:pt modelId="{A36BBA07-DE18-4E91-96D6-2ACCDA1526ED}" type="parTrans" cxnId="{672F4D08-72F4-4755-BB2A-B9515BC0E350}">
      <dgm:prSet/>
      <dgm:spPr/>
      <dgm:t>
        <a:bodyPr/>
        <a:lstStyle/>
        <a:p>
          <a:endParaRPr lang="en-US"/>
        </a:p>
      </dgm:t>
    </dgm:pt>
    <dgm:pt modelId="{6A7C4A12-25A5-456C-BCF9-7C715A47356D}" type="sibTrans" cxnId="{672F4D08-72F4-4755-BB2A-B9515BC0E350}">
      <dgm:prSet/>
      <dgm:spPr/>
      <dgm:t>
        <a:bodyPr/>
        <a:lstStyle/>
        <a:p>
          <a:endParaRPr lang="en-US"/>
        </a:p>
      </dgm:t>
    </dgm:pt>
    <dgm:pt modelId="{D3BD1038-6213-4E7D-A1DA-AEA8629F3793}">
      <dgm:prSet/>
      <dgm:spPr/>
      <dgm:t>
        <a:bodyPr/>
        <a:lstStyle/>
        <a:p>
          <a:r>
            <a:rPr lang="en-IN"/>
            <a:t>Dynamic</a:t>
          </a:r>
          <a:endParaRPr lang="en-US"/>
        </a:p>
      </dgm:t>
    </dgm:pt>
    <dgm:pt modelId="{53BF1EC6-5F0E-4723-87A4-D7FF19879657}" type="parTrans" cxnId="{73014A71-4934-42CA-BEE6-68E242FE4341}">
      <dgm:prSet/>
      <dgm:spPr/>
      <dgm:t>
        <a:bodyPr/>
        <a:lstStyle/>
        <a:p>
          <a:endParaRPr lang="en-US"/>
        </a:p>
      </dgm:t>
    </dgm:pt>
    <dgm:pt modelId="{6B5978A2-142B-4137-A800-F29182481202}" type="sibTrans" cxnId="{73014A71-4934-42CA-BEE6-68E242FE4341}">
      <dgm:prSet/>
      <dgm:spPr/>
      <dgm:t>
        <a:bodyPr/>
        <a:lstStyle/>
        <a:p>
          <a:endParaRPr lang="en-US"/>
        </a:p>
      </dgm:t>
    </dgm:pt>
    <dgm:pt modelId="{1500D770-4A8E-4972-B32D-07C43192CF1F}">
      <dgm:prSet/>
      <dgm:spPr/>
      <dgm:t>
        <a:bodyPr/>
        <a:lstStyle/>
        <a:p>
          <a:r>
            <a:rPr lang="en-IN"/>
            <a:t>PVC → StorageClass → Auto PV → Pod</a:t>
          </a:r>
          <a:endParaRPr lang="en-US"/>
        </a:p>
      </dgm:t>
    </dgm:pt>
    <dgm:pt modelId="{63DCA4C0-6D5D-4DEF-A199-DB41EDC881B5}" type="parTrans" cxnId="{609F75D2-ED4D-4271-9F6B-AD5024904066}">
      <dgm:prSet/>
      <dgm:spPr/>
      <dgm:t>
        <a:bodyPr/>
        <a:lstStyle/>
        <a:p>
          <a:endParaRPr lang="en-US"/>
        </a:p>
      </dgm:t>
    </dgm:pt>
    <dgm:pt modelId="{D48861A8-1804-446B-9EDD-6B7FF6270170}" type="sibTrans" cxnId="{609F75D2-ED4D-4271-9F6B-AD5024904066}">
      <dgm:prSet/>
      <dgm:spPr/>
      <dgm:t>
        <a:bodyPr/>
        <a:lstStyle/>
        <a:p>
          <a:endParaRPr lang="en-US"/>
        </a:p>
      </dgm:t>
    </dgm:pt>
    <dgm:pt modelId="{6515BDFB-72B3-F848-A565-0C4F261FBDD2}" type="pres">
      <dgm:prSet presAssocID="{7325C900-0EBC-46FD-9630-909CD9EAE56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D666E9-1DE0-BD4E-8B18-576B6A8C4473}" type="pres">
      <dgm:prSet presAssocID="{B3DE4548-C7F6-43D1-9B51-1DE58F40FA05}" presName="root" presStyleCnt="0"/>
      <dgm:spPr/>
    </dgm:pt>
    <dgm:pt modelId="{026F4D60-FC27-2B48-9C94-1B0029E060F1}" type="pres">
      <dgm:prSet presAssocID="{B3DE4548-C7F6-43D1-9B51-1DE58F40FA05}" presName="rootComposite" presStyleCnt="0"/>
      <dgm:spPr/>
    </dgm:pt>
    <dgm:pt modelId="{4D1FC2A6-1588-984D-9C5F-1CBA5DCFB19D}" type="pres">
      <dgm:prSet presAssocID="{B3DE4548-C7F6-43D1-9B51-1DE58F40FA05}" presName="rootText" presStyleLbl="node1" presStyleIdx="0" presStyleCnt="2"/>
      <dgm:spPr/>
    </dgm:pt>
    <dgm:pt modelId="{D83ECC08-1E8C-D34C-BA34-D91094FCFDD1}" type="pres">
      <dgm:prSet presAssocID="{B3DE4548-C7F6-43D1-9B51-1DE58F40FA05}" presName="rootConnector" presStyleLbl="node1" presStyleIdx="0" presStyleCnt="2"/>
      <dgm:spPr/>
    </dgm:pt>
    <dgm:pt modelId="{249B6BA0-C832-F24C-B947-04501D47CBDE}" type="pres">
      <dgm:prSet presAssocID="{B3DE4548-C7F6-43D1-9B51-1DE58F40FA05}" presName="childShape" presStyleCnt="0"/>
      <dgm:spPr/>
    </dgm:pt>
    <dgm:pt modelId="{BC9C5225-D004-FA49-A469-118423DC1D19}" type="pres">
      <dgm:prSet presAssocID="{A36BBA07-DE18-4E91-96D6-2ACCDA1526ED}" presName="Name13" presStyleLbl="parChTrans1D2" presStyleIdx="0" presStyleCnt="2"/>
      <dgm:spPr/>
    </dgm:pt>
    <dgm:pt modelId="{BCA6FB49-C96A-8445-9AA2-DB2E7C3A9887}" type="pres">
      <dgm:prSet presAssocID="{A55E0418-99B1-469D-B37E-D85277BCC0D2}" presName="childText" presStyleLbl="bgAcc1" presStyleIdx="0" presStyleCnt="2">
        <dgm:presLayoutVars>
          <dgm:bulletEnabled val="1"/>
        </dgm:presLayoutVars>
      </dgm:prSet>
      <dgm:spPr/>
    </dgm:pt>
    <dgm:pt modelId="{2FCB71FF-F546-CE4E-99FD-A0404D100AA2}" type="pres">
      <dgm:prSet presAssocID="{D3BD1038-6213-4E7D-A1DA-AEA8629F3793}" presName="root" presStyleCnt="0"/>
      <dgm:spPr/>
    </dgm:pt>
    <dgm:pt modelId="{AC1335FE-0C67-5842-BAE0-BE00B719F425}" type="pres">
      <dgm:prSet presAssocID="{D3BD1038-6213-4E7D-A1DA-AEA8629F3793}" presName="rootComposite" presStyleCnt="0"/>
      <dgm:spPr/>
    </dgm:pt>
    <dgm:pt modelId="{7BD28F02-E3B9-564A-825C-C59F6E9E8E88}" type="pres">
      <dgm:prSet presAssocID="{D3BD1038-6213-4E7D-A1DA-AEA8629F3793}" presName="rootText" presStyleLbl="node1" presStyleIdx="1" presStyleCnt="2"/>
      <dgm:spPr/>
    </dgm:pt>
    <dgm:pt modelId="{E87AE74E-EF99-0A43-A07D-D8AEBC7CAF2B}" type="pres">
      <dgm:prSet presAssocID="{D3BD1038-6213-4E7D-A1DA-AEA8629F3793}" presName="rootConnector" presStyleLbl="node1" presStyleIdx="1" presStyleCnt="2"/>
      <dgm:spPr/>
    </dgm:pt>
    <dgm:pt modelId="{CE4EE6CA-BA70-FF4D-86A0-2CA79909C124}" type="pres">
      <dgm:prSet presAssocID="{D3BD1038-6213-4E7D-A1DA-AEA8629F3793}" presName="childShape" presStyleCnt="0"/>
      <dgm:spPr/>
    </dgm:pt>
    <dgm:pt modelId="{DDA1920B-28EC-F443-BAF5-F9A98490BBE4}" type="pres">
      <dgm:prSet presAssocID="{63DCA4C0-6D5D-4DEF-A199-DB41EDC881B5}" presName="Name13" presStyleLbl="parChTrans1D2" presStyleIdx="1" presStyleCnt="2"/>
      <dgm:spPr/>
    </dgm:pt>
    <dgm:pt modelId="{7C7FE83F-A9FD-924B-992E-9AF3C915C6B6}" type="pres">
      <dgm:prSet presAssocID="{1500D770-4A8E-4972-B32D-07C43192CF1F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07B54505-83D5-1C4D-B92D-E71E6F6F4CBE}" type="presOf" srcId="{A55E0418-99B1-469D-B37E-D85277BCC0D2}" destId="{BCA6FB49-C96A-8445-9AA2-DB2E7C3A9887}" srcOrd="0" destOrd="0" presId="urn:microsoft.com/office/officeart/2005/8/layout/hierarchy3"/>
    <dgm:cxn modelId="{672F4D08-72F4-4755-BB2A-B9515BC0E350}" srcId="{B3DE4548-C7F6-43D1-9B51-1DE58F40FA05}" destId="{A55E0418-99B1-469D-B37E-D85277BCC0D2}" srcOrd="0" destOrd="0" parTransId="{A36BBA07-DE18-4E91-96D6-2ACCDA1526ED}" sibTransId="{6A7C4A12-25A5-456C-BCF9-7C715A47356D}"/>
    <dgm:cxn modelId="{150E0C30-28D0-4DAD-A9F6-55F5F33855F9}" srcId="{7325C900-0EBC-46FD-9630-909CD9EAE562}" destId="{B3DE4548-C7F6-43D1-9B51-1DE58F40FA05}" srcOrd="0" destOrd="0" parTransId="{595981DF-E0D8-4835-B2C1-328BE7FF01EB}" sibTransId="{A7E000D8-384D-49FA-83A2-9D6709162971}"/>
    <dgm:cxn modelId="{DB668F37-60CD-C541-B602-C0BDFEE4CE79}" type="presOf" srcId="{B3DE4548-C7F6-43D1-9B51-1DE58F40FA05}" destId="{4D1FC2A6-1588-984D-9C5F-1CBA5DCFB19D}" srcOrd="0" destOrd="0" presId="urn:microsoft.com/office/officeart/2005/8/layout/hierarchy3"/>
    <dgm:cxn modelId="{73014A71-4934-42CA-BEE6-68E242FE4341}" srcId="{7325C900-0EBC-46FD-9630-909CD9EAE562}" destId="{D3BD1038-6213-4E7D-A1DA-AEA8629F3793}" srcOrd="1" destOrd="0" parTransId="{53BF1EC6-5F0E-4723-87A4-D7FF19879657}" sibTransId="{6B5978A2-142B-4137-A800-F29182481202}"/>
    <dgm:cxn modelId="{D4E01D77-4CB0-7040-9DFE-9630A6145472}" type="presOf" srcId="{A36BBA07-DE18-4E91-96D6-2ACCDA1526ED}" destId="{BC9C5225-D004-FA49-A469-118423DC1D19}" srcOrd="0" destOrd="0" presId="urn:microsoft.com/office/officeart/2005/8/layout/hierarchy3"/>
    <dgm:cxn modelId="{F1A0728A-EBA1-5A42-9E32-1736F0BFB9DA}" type="presOf" srcId="{D3BD1038-6213-4E7D-A1DA-AEA8629F3793}" destId="{7BD28F02-E3B9-564A-825C-C59F6E9E8E88}" srcOrd="0" destOrd="0" presId="urn:microsoft.com/office/officeart/2005/8/layout/hierarchy3"/>
    <dgm:cxn modelId="{BD8023A0-4CED-2C43-B65D-47FFD15CAA4F}" type="presOf" srcId="{B3DE4548-C7F6-43D1-9B51-1DE58F40FA05}" destId="{D83ECC08-1E8C-D34C-BA34-D91094FCFDD1}" srcOrd="1" destOrd="0" presId="urn:microsoft.com/office/officeart/2005/8/layout/hierarchy3"/>
    <dgm:cxn modelId="{1A7635BC-5E87-EF4B-9D33-E6F5BFECC507}" type="presOf" srcId="{63DCA4C0-6D5D-4DEF-A199-DB41EDC881B5}" destId="{DDA1920B-28EC-F443-BAF5-F9A98490BBE4}" srcOrd="0" destOrd="0" presId="urn:microsoft.com/office/officeart/2005/8/layout/hierarchy3"/>
    <dgm:cxn modelId="{5E974BC3-0D32-A24A-A2A2-6FBD533FB9B7}" type="presOf" srcId="{D3BD1038-6213-4E7D-A1DA-AEA8629F3793}" destId="{E87AE74E-EF99-0A43-A07D-D8AEBC7CAF2B}" srcOrd="1" destOrd="0" presId="urn:microsoft.com/office/officeart/2005/8/layout/hierarchy3"/>
    <dgm:cxn modelId="{609F75D2-ED4D-4271-9F6B-AD5024904066}" srcId="{D3BD1038-6213-4E7D-A1DA-AEA8629F3793}" destId="{1500D770-4A8E-4972-B32D-07C43192CF1F}" srcOrd="0" destOrd="0" parTransId="{63DCA4C0-6D5D-4DEF-A199-DB41EDC881B5}" sibTransId="{D48861A8-1804-446B-9EDD-6B7FF6270170}"/>
    <dgm:cxn modelId="{58ACEDDE-6B10-9947-B58B-B5A1C79E70D4}" type="presOf" srcId="{1500D770-4A8E-4972-B32D-07C43192CF1F}" destId="{7C7FE83F-A9FD-924B-992E-9AF3C915C6B6}" srcOrd="0" destOrd="0" presId="urn:microsoft.com/office/officeart/2005/8/layout/hierarchy3"/>
    <dgm:cxn modelId="{A887D4F9-2F54-8E48-9921-4E62BAC2D2D0}" type="presOf" srcId="{7325C900-0EBC-46FD-9630-909CD9EAE562}" destId="{6515BDFB-72B3-F848-A565-0C4F261FBDD2}" srcOrd="0" destOrd="0" presId="urn:microsoft.com/office/officeart/2005/8/layout/hierarchy3"/>
    <dgm:cxn modelId="{8C3EB4F8-7D46-6649-8B66-93A7AB7B8636}" type="presParOf" srcId="{6515BDFB-72B3-F848-A565-0C4F261FBDD2}" destId="{E2D666E9-1DE0-BD4E-8B18-576B6A8C4473}" srcOrd="0" destOrd="0" presId="urn:microsoft.com/office/officeart/2005/8/layout/hierarchy3"/>
    <dgm:cxn modelId="{CC48DF35-6F9E-0B4F-8F0A-0FE316AEE492}" type="presParOf" srcId="{E2D666E9-1DE0-BD4E-8B18-576B6A8C4473}" destId="{026F4D60-FC27-2B48-9C94-1B0029E060F1}" srcOrd="0" destOrd="0" presId="urn:microsoft.com/office/officeart/2005/8/layout/hierarchy3"/>
    <dgm:cxn modelId="{39F78C28-6EB1-5E45-8EDE-D9A51D5B30A6}" type="presParOf" srcId="{026F4D60-FC27-2B48-9C94-1B0029E060F1}" destId="{4D1FC2A6-1588-984D-9C5F-1CBA5DCFB19D}" srcOrd="0" destOrd="0" presId="urn:microsoft.com/office/officeart/2005/8/layout/hierarchy3"/>
    <dgm:cxn modelId="{6E6C1058-D611-F04B-9164-9346978DF4B6}" type="presParOf" srcId="{026F4D60-FC27-2B48-9C94-1B0029E060F1}" destId="{D83ECC08-1E8C-D34C-BA34-D91094FCFDD1}" srcOrd="1" destOrd="0" presId="urn:microsoft.com/office/officeart/2005/8/layout/hierarchy3"/>
    <dgm:cxn modelId="{08603BD3-CDDA-8A43-8338-7A301CD6AEEF}" type="presParOf" srcId="{E2D666E9-1DE0-BD4E-8B18-576B6A8C4473}" destId="{249B6BA0-C832-F24C-B947-04501D47CBDE}" srcOrd="1" destOrd="0" presId="urn:microsoft.com/office/officeart/2005/8/layout/hierarchy3"/>
    <dgm:cxn modelId="{0BE2B1E5-9322-5041-873D-3868CBDA1508}" type="presParOf" srcId="{249B6BA0-C832-F24C-B947-04501D47CBDE}" destId="{BC9C5225-D004-FA49-A469-118423DC1D19}" srcOrd="0" destOrd="0" presId="urn:microsoft.com/office/officeart/2005/8/layout/hierarchy3"/>
    <dgm:cxn modelId="{D05AE984-23CA-5045-8592-2060477E68E0}" type="presParOf" srcId="{249B6BA0-C832-F24C-B947-04501D47CBDE}" destId="{BCA6FB49-C96A-8445-9AA2-DB2E7C3A9887}" srcOrd="1" destOrd="0" presId="urn:microsoft.com/office/officeart/2005/8/layout/hierarchy3"/>
    <dgm:cxn modelId="{B0A396B7-C491-174B-84C3-90BFE232F9D9}" type="presParOf" srcId="{6515BDFB-72B3-F848-A565-0C4F261FBDD2}" destId="{2FCB71FF-F546-CE4E-99FD-A0404D100AA2}" srcOrd="1" destOrd="0" presId="urn:microsoft.com/office/officeart/2005/8/layout/hierarchy3"/>
    <dgm:cxn modelId="{13DB6323-0643-A14C-BF16-970D8F16122B}" type="presParOf" srcId="{2FCB71FF-F546-CE4E-99FD-A0404D100AA2}" destId="{AC1335FE-0C67-5842-BAE0-BE00B719F425}" srcOrd="0" destOrd="0" presId="urn:microsoft.com/office/officeart/2005/8/layout/hierarchy3"/>
    <dgm:cxn modelId="{39761B8E-8050-6D4A-9092-204A5EE1DA18}" type="presParOf" srcId="{AC1335FE-0C67-5842-BAE0-BE00B719F425}" destId="{7BD28F02-E3B9-564A-825C-C59F6E9E8E88}" srcOrd="0" destOrd="0" presId="urn:microsoft.com/office/officeart/2005/8/layout/hierarchy3"/>
    <dgm:cxn modelId="{92AFEA69-D9EF-9B4E-909D-319D20A42AC2}" type="presParOf" srcId="{AC1335FE-0C67-5842-BAE0-BE00B719F425}" destId="{E87AE74E-EF99-0A43-A07D-D8AEBC7CAF2B}" srcOrd="1" destOrd="0" presId="urn:microsoft.com/office/officeart/2005/8/layout/hierarchy3"/>
    <dgm:cxn modelId="{92C1E627-5247-DF4E-B804-E11939136D45}" type="presParOf" srcId="{2FCB71FF-F546-CE4E-99FD-A0404D100AA2}" destId="{CE4EE6CA-BA70-FF4D-86A0-2CA79909C124}" srcOrd="1" destOrd="0" presId="urn:microsoft.com/office/officeart/2005/8/layout/hierarchy3"/>
    <dgm:cxn modelId="{47BC7CD3-2961-8745-8CF9-6C5F5C33D594}" type="presParOf" srcId="{CE4EE6CA-BA70-FF4D-86A0-2CA79909C124}" destId="{DDA1920B-28EC-F443-BAF5-F9A98490BBE4}" srcOrd="0" destOrd="0" presId="urn:microsoft.com/office/officeart/2005/8/layout/hierarchy3"/>
    <dgm:cxn modelId="{A362C6CD-48B2-9245-92E1-974982B6FED8}" type="presParOf" srcId="{CE4EE6CA-BA70-FF4D-86A0-2CA79909C124}" destId="{7C7FE83F-A9FD-924B-992E-9AF3C915C6B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CBCBA1-04AE-4B04-AFC5-12A2D769B7E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B806565-B636-4586-8BD4-39CCBBFDEBD7}">
      <dgm:prSet/>
      <dgm:spPr/>
      <dgm:t>
        <a:bodyPr/>
        <a:lstStyle/>
        <a:p>
          <a:r>
            <a:rPr lang="en-IN"/>
            <a:t>Right User → Right Permission → Right Resource</a:t>
          </a:r>
          <a:endParaRPr lang="en-US"/>
        </a:p>
      </dgm:t>
    </dgm:pt>
    <dgm:pt modelId="{DFB7316F-039A-4B58-996A-19CE9D745E1F}" type="parTrans" cxnId="{832F8472-BBA4-4461-BF52-EAB311876F66}">
      <dgm:prSet/>
      <dgm:spPr/>
      <dgm:t>
        <a:bodyPr/>
        <a:lstStyle/>
        <a:p>
          <a:endParaRPr lang="en-US"/>
        </a:p>
      </dgm:t>
    </dgm:pt>
    <dgm:pt modelId="{61079CAE-F3B0-4B61-B8BD-10F3ED861B37}" type="sibTrans" cxnId="{832F8472-BBA4-4461-BF52-EAB311876F66}">
      <dgm:prSet/>
      <dgm:spPr/>
      <dgm:t>
        <a:bodyPr/>
        <a:lstStyle/>
        <a:p>
          <a:endParaRPr lang="en-US"/>
        </a:p>
      </dgm:t>
    </dgm:pt>
    <dgm:pt modelId="{76179221-60DA-4DED-A7A9-16C0225D0BAE}">
      <dgm:prSet/>
      <dgm:spPr/>
      <dgm:t>
        <a:bodyPr/>
        <a:lstStyle/>
        <a:p>
          <a:r>
            <a:rPr lang="en-US"/>
            <a:t>Achieve: </a:t>
          </a:r>
        </a:p>
      </dgm:t>
    </dgm:pt>
    <dgm:pt modelId="{0489214C-DAB2-4F46-A0A4-4DB1B73348B8}" type="parTrans" cxnId="{7D63454E-099F-436B-B673-6B14AEC86113}">
      <dgm:prSet/>
      <dgm:spPr/>
      <dgm:t>
        <a:bodyPr/>
        <a:lstStyle/>
        <a:p>
          <a:endParaRPr lang="en-US"/>
        </a:p>
      </dgm:t>
    </dgm:pt>
    <dgm:pt modelId="{24A56F45-8756-4086-B3C5-EE07D6598D38}" type="sibTrans" cxnId="{7D63454E-099F-436B-B673-6B14AEC86113}">
      <dgm:prSet/>
      <dgm:spPr/>
      <dgm:t>
        <a:bodyPr/>
        <a:lstStyle/>
        <a:p>
          <a:endParaRPr lang="en-US"/>
        </a:p>
      </dgm:t>
    </dgm:pt>
    <dgm:pt modelId="{E441B209-4B29-42E1-99CF-4E51EDE1314F}">
      <dgm:prSet/>
      <dgm:spPr/>
      <dgm:t>
        <a:bodyPr/>
        <a:lstStyle/>
        <a:p>
          <a:r>
            <a:rPr lang="en-IN"/>
            <a:t>✔ Secure cluster access</a:t>
          </a:r>
          <a:br>
            <a:rPr lang="en-IN"/>
          </a:br>
          <a:r>
            <a:rPr lang="en-IN"/>
            <a:t>✔ Limit permissions</a:t>
          </a:r>
          <a:br>
            <a:rPr lang="en-IN"/>
          </a:br>
          <a:r>
            <a:rPr lang="en-IN"/>
            <a:t>✔ Protect critical resources</a:t>
          </a:r>
          <a:br>
            <a:rPr lang="en-IN"/>
          </a:br>
          <a:r>
            <a:rPr lang="en-IN"/>
            <a:t>✔ Implement least-privilege security</a:t>
          </a:r>
          <a:endParaRPr lang="en-US"/>
        </a:p>
      </dgm:t>
    </dgm:pt>
    <dgm:pt modelId="{7CAD1B4E-BA18-4FF1-AA2E-18F1EA7904E6}" type="parTrans" cxnId="{AF958631-BF70-44A3-953E-E1A71385B914}">
      <dgm:prSet/>
      <dgm:spPr/>
      <dgm:t>
        <a:bodyPr/>
        <a:lstStyle/>
        <a:p>
          <a:endParaRPr lang="en-US"/>
        </a:p>
      </dgm:t>
    </dgm:pt>
    <dgm:pt modelId="{64714B2A-2792-4034-9161-22E33DFCC15D}" type="sibTrans" cxnId="{AF958631-BF70-44A3-953E-E1A71385B914}">
      <dgm:prSet/>
      <dgm:spPr/>
      <dgm:t>
        <a:bodyPr/>
        <a:lstStyle/>
        <a:p>
          <a:endParaRPr lang="en-US"/>
        </a:p>
      </dgm:t>
    </dgm:pt>
    <dgm:pt modelId="{C6C9D9D3-B1D0-284E-B045-6B028C553503}" type="pres">
      <dgm:prSet presAssocID="{66CBCBA1-04AE-4B04-AFC5-12A2D769B7E2}" presName="outerComposite" presStyleCnt="0">
        <dgm:presLayoutVars>
          <dgm:chMax val="5"/>
          <dgm:dir/>
          <dgm:resizeHandles val="exact"/>
        </dgm:presLayoutVars>
      </dgm:prSet>
      <dgm:spPr/>
    </dgm:pt>
    <dgm:pt modelId="{E562E8DC-49D7-AF4F-A328-8BECE606BC5A}" type="pres">
      <dgm:prSet presAssocID="{66CBCBA1-04AE-4B04-AFC5-12A2D769B7E2}" presName="dummyMaxCanvas" presStyleCnt="0">
        <dgm:presLayoutVars/>
      </dgm:prSet>
      <dgm:spPr/>
    </dgm:pt>
    <dgm:pt modelId="{4B3790CD-FC10-394F-BC19-2C9110901C6E}" type="pres">
      <dgm:prSet presAssocID="{66CBCBA1-04AE-4B04-AFC5-12A2D769B7E2}" presName="TwoNodes_1" presStyleLbl="node1" presStyleIdx="0" presStyleCnt="2">
        <dgm:presLayoutVars>
          <dgm:bulletEnabled val="1"/>
        </dgm:presLayoutVars>
      </dgm:prSet>
      <dgm:spPr/>
    </dgm:pt>
    <dgm:pt modelId="{E68446BE-4A33-2D4C-B7A2-F38343686D2D}" type="pres">
      <dgm:prSet presAssocID="{66CBCBA1-04AE-4B04-AFC5-12A2D769B7E2}" presName="TwoNodes_2" presStyleLbl="node1" presStyleIdx="1" presStyleCnt="2">
        <dgm:presLayoutVars>
          <dgm:bulletEnabled val="1"/>
        </dgm:presLayoutVars>
      </dgm:prSet>
      <dgm:spPr/>
    </dgm:pt>
    <dgm:pt modelId="{55D6AFAD-2310-4B4C-B28D-9ABF72CC8530}" type="pres">
      <dgm:prSet presAssocID="{66CBCBA1-04AE-4B04-AFC5-12A2D769B7E2}" presName="TwoConn_1-2" presStyleLbl="fgAccFollowNode1" presStyleIdx="0" presStyleCnt="1">
        <dgm:presLayoutVars>
          <dgm:bulletEnabled val="1"/>
        </dgm:presLayoutVars>
      </dgm:prSet>
      <dgm:spPr/>
    </dgm:pt>
    <dgm:pt modelId="{4899FC63-315B-7B49-A839-135EE509E71C}" type="pres">
      <dgm:prSet presAssocID="{66CBCBA1-04AE-4B04-AFC5-12A2D769B7E2}" presName="TwoNodes_1_text" presStyleLbl="node1" presStyleIdx="1" presStyleCnt="2">
        <dgm:presLayoutVars>
          <dgm:bulletEnabled val="1"/>
        </dgm:presLayoutVars>
      </dgm:prSet>
      <dgm:spPr/>
    </dgm:pt>
    <dgm:pt modelId="{13275DE1-9CEF-2D4F-B450-213DD7D489F5}" type="pres">
      <dgm:prSet presAssocID="{66CBCBA1-04AE-4B04-AFC5-12A2D769B7E2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AF958631-BF70-44A3-953E-E1A71385B914}" srcId="{76179221-60DA-4DED-A7A9-16C0225D0BAE}" destId="{E441B209-4B29-42E1-99CF-4E51EDE1314F}" srcOrd="0" destOrd="0" parTransId="{7CAD1B4E-BA18-4FF1-AA2E-18F1EA7904E6}" sibTransId="{64714B2A-2792-4034-9161-22E33DFCC15D}"/>
    <dgm:cxn modelId="{1341E843-CE7C-4C47-B150-7EC6EAA09779}" type="presOf" srcId="{76179221-60DA-4DED-A7A9-16C0225D0BAE}" destId="{E68446BE-4A33-2D4C-B7A2-F38343686D2D}" srcOrd="0" destOrd="0" presId="urn:microsoft.com/office/officeart/2005/8/layout/vProcess5"/>
    <dgm:cxn modelId="{B39E6046-5E1C-4544-B7DD-8508CED970F6}" type="presOf" srcId="{76179221-60DA-4DED-A7A9-16C0225D0BAE}" destId="{13275DE1-9CEF-2D4F-B450-213DD7D489F5}" srcOrd="1" destOrd="0" presId="urn:microsoft.com/office/officeart/2005/8/layout/vProcess5"/>
    <dgm:cxn modelId="{7D63454E-099F-436B-B673-6B14AEC86113}" srcId="{66CBCBA1-04AE-4B04-AFC5-12A2D769B7E2}" destId="{76179221-60DA-4DED-A7A9-16C0225D0BAE}" srcOrd="1" destOrd="0" parTransId="{0489214C-DAB2-4F46-A0A4-4DB1B73348B8}" sibTransId="{24A56F45-8756-4086-B3C5-EE07D6598D38}"/>
    <dgm:cxn modelId="{D0657151-BD42-454A-AD0B-9FE7829FDC62}" type="presOf" srcId="{61079CAE-F3B0-4B61-B8BD-10F3ED861B37}" destId="{55D6AFAD-2310-4B4C-B28D-9ABF72CC8530}" srcOrd="0" destOrd="0" presId="urn:microsoft.com/office/officeart/2005/8/layout/vProcess5"/>
    <dgm:cxn modelId="{6B8E8B5D-9F33-5345-993A-6FB00C845443}" type="presOf" srcId="{E441B209-4B29-42E1-99CF-4E51EDE1314F}" destId="{13275DE1-9CEF-2D4F-B450-213DD7D489F5}" srcOrd="1" destOrd="1" presId="urn:microsoft.com/office/officeart/2005/8/layout/vProcess5"/>
    <dgm:cxn modelId="{20FADD71-C567-D440-A599-5E46DCD55F20}" type="presOf" srcId="{5B806565-B636-4586-8BD4-39CCBBFDEBD7}" destId="{4899FC63-315B-7B49-A839-135EE509E71C}" srcOrd="1" destOrd="0" presId="urn:microsoft.com/office/officeart/2005/8/layout/vProcess5"/>
    <dgm:cxn modelId="{832F8472-BBA4-4461-BF52-EAB311876F66}" srcId="{66CBCBA1-04AE-4B04-AFC5-12A2D769B7E2}" destId="{5B806565-B636-4586-8BD4-39CCBBFDEBD7}" srcOrd="0" destOrd="0" parTransId="{DFB7316F-039A-4B58-996A-19CE9D745E1F}" sibTransId="{61079CAE-F3B0-4B61-B8BD-10F3ED861B37}"/>
    <dgm:cxn modelId="{F6F72190-216B-B949-A83F-898DDAC54B9A}" type="presOf" srcId="{E441B209-4B29-42E1-99CF-4E51EDE1314F}" destId="{E68446BE-4A33-2D4C-B7A2-F38343686D2D}" srcOrd="0" destOrd="1" presId="urn:microsoft.com/office/officeart/2005/8/layout/vProcess5"/>
    <dgm:cxn modelId="{48744A96-1257-0F47-98FD-21A4E5BC1628}" type="presOf" srcId="{66CBCBA1-04AE-4B04-AFC5-12A2D769B7E2}" destId="{C6C9D9D3-B1D0-284E-B045-6B028C553503}" srcOrd="0" destOrd="0" presId="urn:microsoft.com/office/officeart/2005/8/layout/vProcess5"/>
    <dgm:cxn modelId="{046667B4-F2F3-2946-BEAD-A9C5748F0966}" type="presOf" srcId="{5B806565-B636-4586-8BD4-39CCBBFDEBD7}" destId="{4B3790CD-FC10-394F-BC19-2C9110901C6E}" srcOrd="0" destOrd="0" presId="urn:microsoft.com/office/officeart/2005/8/layout/vProcess5"/>
    <dgm:cxn modelId="{92E04868-D783-4442-9436-6F0C787CCA8B}" type="presParOf" srcId="{C6C9D9D3-B1D0-284E-B045-6B028C553503}" destId="{E562E8DC-49D7-AF4F-A328-8BECE606BC5A}" srcOrd="0" destOrd="0" presId="urn:microsoft.com/office/officeart/2005/8/layout/vProcess5"/>
    <dgm:cxn modelId="{DD6B8324-61D7-C342-9A9C-A96E05E22F63}" type="presParOf" srcId="{C6C9D9D3-B1D0-284E-B045-6B028C553503}" destId="{4B3790CD-FC10-394F-BC19-2C9110901C6E}" srcOrd="1" destOrd="0" presId="urn:microsoft.com/office/officeart/2005/8/layout/vProcess5"/>
    <dgm:cxn modelId="{CCE691B6-12E3-EE4F-9C0A-13C1F9D8FFFE}" type="presParOf" srcId="{C6C9D9D3-B1D0-284E-B045-6B028C553503}" destId="{E68446BE-4A33-2D4C-B7A2-F38343686D2D}" srcOrd="2" destOrd="0" presId="urn:microsoft.com/office/officeart/2005/8/layout/vProcess5"/>
    <dgm:cxn modelId="{97081C7D-2417-AF49-8EC4-76BE0939E5B0}" type="presParOf" srcId="{C6C9D9D3-B1D0-284E-B045-6B028C553503}" destId="{55D6AFAD-2310-4B4C-B28D-9ABF72CC8530}" srcOrd="3" destOrd="0" presId="urn:microsoft.com/office/officeart/2005/8/layout/vProcess5"/>
    <dgm:cxn modelId="{7FE8680B-914A-FB41-B6C0-1F8181D12519}" type="presParOf" srcId="{C6C9D9D3-B1D0-284E-B045-6B028C553503}" destId="{4899FC63-315B-7B49-A839-135EE509E71C}" srcOrd="4" destOrd="0" presId="urn:microsoft.com/office/officeart/2005/8/layout/vProcess5"/>
    <dgm:cxn modelId="{79789E72-663E-814B-B858-F64AF12D1EAC}" type="presParOf" srcId="{C6C9D9D3-B1D0-284E-B045-6B028C553503}" destId="{13275DE1-9CEF-2D4F-B450-213DD7D489F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438A5-807F-1A44-9A5F-1CA4DF340436}">
      <dsp:nvSpPr>
        <dsp:cNvPr id="0" name=""/>
        <dsp:cNvSpPr/>
      </dsp:nvSpPr>
      <dsp:spPr>
        <a:xfrm>
          <a:off x="955314" y="2195"/>
          <a:ext cx="1788504" cy="107310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Volumes</a:t>
          </a:r>
          <a:endParaRPr lang="en-US" sz="1500" kern="1200"/>
        </a:p>
      </dsp:txBody>
      <dsp:txXfrm>
        <a:off x="955314" y="2195"/>
        <a:ext cx="1788504" cy="1073102"/>
      </dsp:txXfrm>
    </dsp:sp>
    <dsp:sp modelId="{21E6E0B3-ABB2-F14C-A967-4EB98164D97D}">
      <dsp:nvSpPr>
        <dsp:cNvPr id="0" name=""/>
        <dsp:cNvSpPr/>
      </dsp:nvSpPr>
      <dsp:spPr>
        <a:xfrm>
          <a:off x="2922669" y="2195"/>
          <a:ext cx="1788504" cy="1073102"/>
        </a:xfrm>
        <a:prstGeom prst="rect">
          <a:avLst/>
        </a:prstGeom>
        <a:solidFill>
          <a:schemeClr val="accent5">
            <a:hueOff val="1104044"/>
            <a:satOff val="3595"/>
            <a:lumOff val="125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Persistent Volumes (PV)</a:t>
          </a:r>
          <a:endParaRPr lang="en-US" sz="1500" kern="1200"/>
        </a:p>
      </dsp:txBody>
      <dsp:txXfrm>
        <a:off x="2922669" y="2195"/>
        <a:ext cx="1788504" cy="1073102"/>
      </dsp:txXfrm>
    </dsp:sp>
    <dsp:sp modelId="{E570CBAB-D507-CB44-9DD5-59325652669E}">
      <dsp:nvSpPr>
        <dsp:cNvPr id="0" name=""/>
        <dsp:cNvSpPr/>
      </dsp:nvSpPr>
      <dsp:spPr>
        <a:xfrm>
          <a:off x="4890025" y="2195"/>
          <a:ext cx="1788504" cy="1073102"/>
        </a:xfrm>
        <a:prstGeom prst="rect">
          <a:avLst/>
        </a:prstGeom>
        <a:solidFill>
          <a:schemeClr val="accent5">
            <a:hueOff val="2208089"/>
            <a:satOff val="7189"/>
            <a:lumOff val="25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Persistent Volume Claims (PVC)</a:t>
          </a:r>
          <a:endParaRPr lang="en-US" sz="1500" kern="1200"/>
        </a:p>
      </dsp:txBody>
      <dsp:txXfrm>
        <a:off x="4890025" y="2195"/>
        <a:ext cx="1788504" cy="1073102"/>
      </dsp:txXfrm>
    </dsp:sp>
    <dsp:sp modelId="{23F3A81F-BA82-0349-A69B-04115D70F48D}">
      <dsp:nvSpPr>
        <dsp:cNvPr id="0" name=""/>
        <dsp:cNvSpPr/>
      </dsp:nvSpPr>
      <dsp:spPr>
        <a:xfrm>
          <a:off x="6857380" y="2195"/>
          <a:ext cx="1788504" cy="1073102"/>
        </a:xfrm>
        <a:prstGeom prst="rect">
          <a:avLst/>
        </a:prstGeom>
        <a:solidFill>
          <a:schemeClr val="accent5">
            <a:hueOff val="3312133"/>
            <a:satOff val="10784"/>
            <a:lumOff val="375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Storage Classes</a:t>
          </a:r>
          <a:endParaRPr lang="en-US" sz="1500" kern="1200"/>
        </a:p>
      </dsp:txBody>
      <dsp:txXfrm>
        <a:off x="6857380" y="2195"/>
        <a:ext cx="1788504" cy="1073102"/>
      </dsp:txXfrm>
    </dsp:sp>
    <dsp:sp modelId="{94CA2254-CD6B-0840-97FD-16D16275F75D}">
      <dsp:nvSpPr>
        <dsp:cNvPr id="0" name=""/>
        <dsp:cNvSpPr/>
      </dsp:nvSpPr>
      <dsp:spPr>
        <a:xfrm>
          <a:off x="955314" y="1254148"/>
          <a:ext cx="1788504" cy="1073102"/>
        </a:xfrm>
        <a:prstGeom prst="rect">
          <a:avLst/>
        </a:prstGeom>
        <a:solidFill>
          <a:schemeClr val="accent5">
            <a:hueOff val="4416178"/>
            <a:satOff val="14379"/>
            <a:lumOff val="5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RBAC</a:t>
          </a:r>
          <a:endParaRPr lang="en-US" sz="1500" kern="1200"/>
        </a:p>
      </dsp:txBody>
      <dsp:txXfrm>
        <a:off x="955314" y="1254148"/>
        <a:ext cx="1788504" cy="1073102"/>
      </dsp:txXfrm>
    </dsp:sp>
    <dsp:sp modelId="{6BEFB956-9F04-5E40-ACEE-E5D170801658}">
      <dsp:nvSpPr>
        <dsp:cNvPr id="0" name=""/>
        <dsp:cNvSpPr/>
      </dsp:nvSpPr>
      <dsp:spPr>
        <a:xfrm>
          <a:off x="2922669" y="1254148"/>
          <a:ext cx="1788504" cy="1073102"/>
        </a:xfrm>
        <a:prstGeom prst="rect">
          <a:avLst/>
        </a:prstGeom>
        <a:solidFill>
          <a:schemeClr val="accent5">
            <a:hueOff val="5520222"/>
            <a:satOff val="17974"/>
            <a:lumOff val="625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Roles</a:t>
          </a:r>
          <a:endParaRPr lang="en-US" sz="1500" kern="1200"/>
        </a:p>
      </dsp:txBody>
      <dsp:txXfrm>
        <a:off x="2922669" y="1254148"/>
        <a:ext cx="1788504" cy="1073102"/>
      </dsp:txXfrm>
    </dsp:sp>
    <dsp:sp modelId="{A688AEA0-CFEF-5248-A791-71750895C54C}">
      <dsp:nvSpPr>
        <dsp:cNvPr id="0" name=""/>
        <dsp:cNvSpPr/>
      </dsp:nvSpPr>
      <dsp:spPr>
        <a:xfrm>
          <a:off x="4890025" y="1254148"/>
          <a:ext cx="1788504" cy="1073102"/>
        </a:xfrm>
        <a:prstGeom prst="rect">
          <a:avLst/>
        </a:prstGeom>
        <a:solidFill>
          <a:schemeClr val="accent5">
            <a:hueOff val="6624266"/>
            <a:satOff val="21568"/>
            <a:lumOff val="75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RoleBindings</a:t>
          </a:r>
          <a:endParaRPr lang="en-US" sz="1500" kern="1200"/>
        </a:p>
      </dsp:txBody>
      <dsp:txXfrm>
        <a:off x="4890025" y="1254148"/>
        <a:ext cx="1788504" cy="1073102"/>
      </dsp:txXfrm>
    </dsp:sp>
    <dsp:sp modelId="{85143B09-75B5-D849-B536-05645F381194}">
      <dsp:nvSpPr>
        <dsp:cNvPr id="0" name=""/>
        <dsp:cNvSpPr/>
      </dsp:nvSpPr>
      <dsp:spPr>
        <a:xfrm>
          <a:off x="6857380" y="1254148"/>
          <a:ext cx="1788504" cy="1073102"/>
        </a:xfrm>
        <a:prstGeom prst="rect">
          <a:avLst/>
        </a:prstGeom>
        <a:solidFill>
          <a:schemeClr val="accent5">
            <a:hueOff val="7728311"/>
            <a:satOff val="25163"/>
            <a:lumOff val="875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ClusterRoles</a:t>
          </a:r>
          <a:endParaRPr lang="en-US" sz="1500" kern="1200"/>
        </a:p>
      </dsp:txBody>
      <dsp:txXfrm>
        <a:off x="6857380" y="1254148"/>
        <a:ext cx="1788504" cy="1073102"/>
      </dsp:txXfrm>
    </dsp:sp>
    <dsp:sp modelId="{1167EF2F-E11E-1144-BE9F-A9A86D0362DD}">
      <dsp:nvSpPr>
        <dsp:cNvPr id="0" name=""/>
        <dsp:cNvSpPr/>
      </dsp:nvSpPr>
      <dsp:spPr>
        <a:xfrm>
          <a:off x="3906347" y="2506101"/>
          <a:ext cx="1788504" cy="1073102"/>
        </a:xfrm>
        <a:prstGeom prst="rect">
          <a:avLst/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ClusterRoleBindings</a:t>
          </a:r>
          <a:endParaRPr lang="en-US" sz="1500" kern="1200"/>
        </a:p>
      </dsp:txBody>
      <dsp:txXfrm>
        <a:off x="3906347" y="2506101"/>
        <a:ext cx="1788504" cy="1073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38F4C-C32B-EC4C-B8C2-DC9CE16DA34C}">
      <dsp:nvSpPr>
        <dsp:cNvPr id="0" name=""/>
        <dsp:cNvSpPr/>
      </dsp:nvSpPr>
      <dsp:spPr>
        <a:xfrm>
          <a:off x="0" y="516982"/>
          <a:ext cx="6506304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61" tIns="728980" rIns="504961" bIns="24892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500" kern="1200"/>
            <a:t>Containers are </a:t>
          </a:r>
          <a:r>
            <a:rPr lang="en-IN" sz="3500" b="1" kern="1200"/>
            <a:t>ephemeral</a:t>
          </a:r>
          <a:r>
            <a:rPr lang="en-IN" sz="3500" kern="1200"/>
            <a:t>. </a:t>
          </a:r>
          <a:endParaRPr lang="en-US" sz="3500" kern="1200"/>
        </a:p>
        <a:p>
          <a:pPr marL="571500" lvl="2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500" kern="1200"/>
            <a:t>Pod Restart → Container created → Data lost</a:t>
          </a:r>
          <a:endParaRPr lang="en-US" sz="3500" kern="1200"/>
        </a:p>
      </dsp:txBody>
      <dsp:txXfrm>
        <a:off x="0" y="516982"/>
        <a:ext cx="6506304" cy="2425500"/>
      </dsp:txXfrm>
    </dsp:sp>
    <dsp:sp modelId="{E24B33DB-1FA2-D34C-B637-CDE7898B0351}">
      <dsp:nvSpPr>
        <dsp:cNvPr id="0" name=""/>
        <dsp:cNvSpPr/>
      </dsp:nvSpPr>
      <dsp:spPr>
        <a:xfrm>
          <a:off x="325315" y="382"/>
          <a:ext cx="4554412" cy="1033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46" tIns="0" rIns="172146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/>
            <a:t>Problem</a:t>
          </a:r>
          <a:endParaRPr lang="en-US" sz="3500" kern="1200"/>
        </a:p>
      </dsp:txBody>
      <dsp:txXfrm>
        <a:off x="375752" y="50819"/>
        <a:ext cx="4453538" cy="932326"/>
      </dsp:txXfrm>
    </dsp:sp>
    <dsp:sp modelId="{F4EE654C-3C22-154F-ABEF-EF45067D3CEC}">
      <dsp:nvSpPr>
        <dsp:cNvPr id="0" name=""/>
        <dsp:cNvSpPr/>
      </dsp:nvSpPr>
      <dsp:spPr>
        <a:xfrm>
          <a:off x="0" y="3648082"/>
          <a:ext cx="6506304" cy="1929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-165653"/>
              <a:satOff val="-54335"/>
              <a:lumOff val="-198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61" tIns="728980" rIns="504961" bIns="24892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500" kern="1200"/>
            <a:t>Kubernetes provides storage mechanisms.</a:t>
          </a:r>
          <a:endParaRPr lang="en-US" sz="3500" kern="1200"/>
        </a:p>
      </dsp:txBody>
      <dsp:txXfrm>
        <a:off x="0" y="3648082"/>
        <a:ext cx="6506304" cy="1929375"/>
      </dsp:txXfrm>
    </dsp:sp>
    <dsp:sp modelId="{D74BE412-6010-4442-A897-FE56BBFCA926}">
      <dsp:nvSpPr>
        <dsp:cNvPr id="0" name=""/>
        <dsp:cNvSpPr/>
      </dsp:nvSpPr>
      <dsp:spPr>
        <a:xfrm>
          <a:off x="325315" y="3131482"/>
          <a:ext cx="4554412" cy="1033200"/>
        </a:xfrm>
        <a:prstGeom prst="roundRect">
          <a:avLst/>
        </a:prstGeom>
        <a:solidFill>
          <a:schemeClr val="accent2">
            <a:hueOff val="-165653"/>
            <a:satOff val="-54335"/>
            <a:lumOff val="-198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146" tIns="0" rIns="172146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Solution</a:t>
          </a:r>
          <a:endParaRPr lang="en-US" sz="3500" kern="1200"/>
        </a:p>
      </dsp:txBody>
      <dsp:txXfrm>
        <a:off x="375752" y="3181919"/>
        <a:ext cx="4453538" cy="9323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1EADA-79DA-6141-B941-6318AA263EF3}">
      <dsp:nvSpPr>
        <dsp:cNvPr id="0" name=""/>
        <dsp:cNvSpPr/>
      </dsp:nvSpPr>
      <dsp:spPr>
        <a:xfrm>
          <a:off x="3108" y="160541"/>
          <a:ext cx="3030438" cy="950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Process</a:t>
          </a:r>
        </a:p>
      </dsp:txBody>
      <dsp:txXfrm>
        <a:off x="3108" y="160541"/>
        <a:ext cx="3030438" cy="950400"/>
      </dsp:txXfrm>
    </dsp:sp>
    <dsp:sp modelId="{CA3B55FF-CDE1-9544-9114-21B54F29A9AE}">
      <dsp:nvSpPr>
        <dsp:cNvPr id="0" name=""/>
        <dsp:cNvSpPr/>
      </dsp:nvSpPr>
      <dsp:spPr>
        <a:xfrm>
          <a:off x="3108" y="1110941"/>
          <a:ext cx="3030438" cy="230991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Create a PV 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Create a PVC 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Mount in the Pod</a:t>
          </a:r>
        </a:p>
      </dsp:txBody>
      <dsp:txXfrm>
        <a:off x="3108" y="1110941"/>
        <a:ext cx="3030438" cy="2309917"/>
      </dsp:txXfrm>
    </dsp:sp>
    <dsp:sp modelId="{C600F7B5-172E-A648-9A62-6598EE68AEDB}">
      <dsp:nvSpPr>
        <dsp:cNvPr id="0" name=""/>
        <dsp:cNvSpPr/>
      </dsp:nvSpPr>
      <dsp:spPr>
        <a:xfrm>
          <a:off x="3457808" y="160541"/>
          <a:ext cx="3030438" cy="950400"/>
        </a:xfrm>
        <a:prstGeom prst="rect">
          <a:avLst/>
        </a:prstGeom>
        <a:solidFill>
          <a:schemeClr val="accent2">
            <a:hueOff val="-82826"/>
            <a:satOff val="-27168"/>
            <a:lumOff val="-9901"/>
            <a:alphaOff val="0"/>
          </a:schemeClr>
        </a:solidFill>
        <a:ln w="34925" cap="flat" cmpd="sng" algn="in">
          <a:solidFill>
            <a:schemeClr val="accent2">
              <a:hueOff val="-82826"/>
              <a:satOff val="-27168"/>
              <a:lumOff val="-99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Drawback: </a:t>
          </a:r>
        </a:p>
      </dsp:txBody>
      <dsp:txXfrm>
        <a:off x="3457808" y="160541"/>
        <a:ext cx="3030438" cy="950400"/>
      </dsp:txXfrm>
    </dsp:sp>
    <dsp:sp modelId="{3F750134-4AFA-3C42-8104-25B97D7D2DF0}">
      <dsp:nvSpPr>
        <dsp:cNvPr id="0" name=""/>
        <dsp:cNvSpPr/>
      </dsp:nvSpPr>
      <dsp:spPr>
        <a:xfrm>
          <a:off x="3457808" y="1110941"/>
          <a:ext cx="3030438" cy="2309917"/>
        </a:xfrm>
        <a:prstGeom prst="rect">
          <a:avLst/>
        </a:prstGeom>
        <a:solidFill>
          <a:schemeClr val="accent2">
            <a:tint val="40000"/>
            <a:alpha val="90000"/>
            <a:hueOff val="-17911"/>
            <a:satOff val="-27334"/>
            <a:lumOff val="-2823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17911"/>
              <a:satOff val="-27334"/>
              <a:lumOff val="-2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Manual Process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Hard to Scale </a:t>
          </a:r>
        </a:p>
      </dsp:txBody>
      <dsp:txXfrm>
        <a:off x="3457808" y="1110941"/>
        <a:ext cx="3030438" cy="2309917"/>
      </dsp:txXfrm>
    </dsp:sp>
    <dsp:sp modelId="{D4AAA3E5-C5AD-4245-820F-3B18000F709D}">
      <dsp:nvSpPr>
        <dsp:cNvPr id="0" name=""/>
        <dsp:cNvSpPr/>
      </dsp:nvSpPr>
      <dsp:spPr>
        <a:xfrm>
          <a:off x="6912508" y="160541"/>
          <a:ext cx="3030438" cy="950400"/>
        </a:xfrm>
        <a:prstGeom prst="rect">
          <a:avLst/>
        </a:prstGeom>
        <a:solidFill>
          <a:schemeClr val="accent2">
            <a:hueOff val="-165653"/>
            <a:satOff val="-54335"/>
            <a:lumOff val="-19803"/>
            <a:alphaOff val="0"/>
          </a:schemeClr>
        </a:solidFill>
        <a:ln w="34925" cap="flat" cmpd="sng" algn="in">
          <a:solidFill>
            <a:schemeClr val="accent2">
              <a:hueOff val="-165653"/>
              <a:satOff val="-54335"/>
              <a:lumOff val="-198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Use Case: </a:t>
          </a:r>
        </a:p>
      </dsp:txBody>
      <dsp:txXfrm>
        <a:off x="6912508" y="160541"/>
        <a:ext cx="3030438" cy="950400"/>
      </dsp:txXfrm>
    </dsp:sp>
    <dsp:sp modelId="{5C05B617-9920-4E44-A6AE-027015E03D4E}">
      <dsp:nvSpPr>
        <dsp:cNvPr id="0" name=""/>
        <dsp:cNvSpPr/>
      </dsp:nvSpPr>
      <dsp:spPr>
        <a:xfrm>
          <a:off x="6912508" y="1110941"/>
          <a:ext cx="3030438" cy="2309917"/>
        </a:xfrm>
        <a:prstGeom prst="rect">
          <a:avLst/>
        </a:prstGeom>
        <a:solidFill>
          <a:schemeClr val="accent2">
            <a:tint val="40000"/>
            <a:alpha val="90000"/>
            <a:hueOff val="-35823"/>
            <a:satOff val="-54667"/>
            <a:lumOff val="-5646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-35823"/>
              <a:satOff val="-54667"/>
              <a:lumOff val="-5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Learning</a:t>
          </a:r>
        </a:p>
      </dsp:txBody>
      <dsp:txXfrm>
        <a:off x="6912508" y="1110941"/>
        <a:ext cx="3030438" cy="23099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1FC2A6-1588-984D-9C5F-1CBA5DCFB19D}">
      <dsp:nvSpPr>
        <dsp:cNvPr id="0" name=""/>
        <dsp:cNvSpPr/>
      </dsp:nvSpPr>
      <dsp:spPr>
        <a:xfrm>
          <a:off x="1219488" y="144"/>
          <a:ext cx="3183210" cy="15916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205" tIns="77470" rIns="116205" bIns="7747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/>
            <a:t>Static</a:t>
          </a:r>
          <a:endParaRPr lang="en-US" sz="6100" kern="1200"/>
        </a:p>
      </dsp:txBody>
      <dsp:txXfrm>
        <a:off x="1266105" y="46761"/>
        <a:ext cx="3089976" cy="1498371"/>
      </dsp:txXfrm>
    </dsp:sp>
    <dsp:sp modelId="{BC9C5225-D004-FA49-A469-118423DC1D19}">
      <dsp:nvSpPr>
        <dsp:cNvPr id="0" name=""/>
        <dsp:cNvSpPr/>
      </dsp:nvSpPr>
      <dsp:spPr>
        <a:xfrm>
          <a:off x="1537809" y="1591749"/>
          <a:ext cx="318321" cy="11937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703"/>
              </a:lnTo>
              <a:lnTo>
                <a:pt x="318321" y="1193703"/>
              </a:lnTo>
            </a:path>
          </a:pathLst>
        </a:custGeom>
        <a:noFill/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A6FB49-C96A-8445-9AA2-DB2E7C3A9887}">
      <dsp:nvSpPr>
        <dsp:cNvPr id="0" name=""/>
        <dsp:cNvSpPr/>
      </dsp:nvSpPr>
      <dsp:spPr>
        <a:xfrm>
          <a:off x="1856130" y="1989650"/>
          <a:ext cx="2546568" cy="1591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Admin → PV → PVC → Pod</a:t>
          </a:r>
          <a:endParaRPr lang="en-US" sz="2700" kern="1200"/>
        </a:p>
      </dsp:txBody>
      <dsp:txXfrm>
        <a:off x="1902747" y="2036267"/>
        <a:ext cx="2453334" cy="1498371"/>
      </dsp:txXfrm>
    </dsp:sp>
    <dsp:sp modelId="{7BD28F02-E3B9-564A-825C-C59F6E9E8E88}">
      <dsp:nvSpPr>
        <dsp:cNvPr id="0" name=""/>
        <dsp:cNvSpPr/>
      </dsp:nvSpPr>
      <dsp:spPr>
        <a:xfrm>
          <a:off x="5198501" y="144"/>
          <a:ext cx="3183210" cy="1591605"/>
        </a:xfrm>
        <a:prstGeom prst="roundRect">
          <a:avLst>
            <a:gd name="adj" fmla="val 10000"/>
          </a:avLst>
        </a:prstGeom>
        <a:solidFill>
          <a:schemeClr val="accent2">
            <a:hueOff val="-165653"/>
            <a:satOff val="-54335"/>
            <a:lumOff val="-198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205" tIns="77470" rIns="116205" bIns="7747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/>
            <a:t>Dynamic</a:t>
          </a:r>
          <a:endParaRPr lang="en-US" sz="6100" kern="1200"/>
        </a:p>
      </dsp:txBody>
      <dsp:txXfrm>
        <a:off x="5245118" y="46761"/>
        <a:ext cx="3089976" cy="1498371"/>
      </dsp:txXfrm>
    </dsp:sp>
    <dsp:sp modelId="{DDA1920B-28EC-F443-BAF5-F9A98490BBE4}">
      <dsp:nvSpPr>
        <dsp:cNvPr id="0" name=""/>
        <dsp:cNvSpPr/>
      </dsp:nvSpPr>
      <dsp:spPr>
        <a:xfrm>
          <a:off x="5516822" y="1591749"/>
          <a:ext cx="318321" cy="11937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3703"/>
              </a:lnTo>
              <a:lnTo>
                <a:pt x="318321" y="1193703"/>
              </a:lnTo>
            </a:path>
          </a:pathLst>
        </a:custGeom>
        <a:noFill/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7FE83F-A9FD-924B-992E-9AF3C915C6B6}">
      <dsp:nvSpPr>
        <dsp:cNvPr id="0" name=""/>
        <dsp:cNvSpPr/>
      </dsp:nvSpPr>
      <dsp:spPr>
        <a:xfrm>
          <a:off x="5835143" y="1989650"/>
          <a:ext cx="2546568" cy="1591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-165653"/>
              <a:satOff val="-54335"/>
              <a:lumOff val="-198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/>
            <a:t>PVC → StorageClass → Auto PV → Pod</a:t>
          </a:r>
          <a:endParaRPr lang="en-US" sz="2700" kern="1200"/>
        </a:p>
      </dsp:txBody>
      <dsp:txXfrm>
        <a:off x="5881760" y="2036267"/>
        <a:ext cx="2453334" cy="14983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790CD-FC10-394F-BC19-2C9110901C6E}">
      <dsp:nvSpPr>
        <dsp:cNvPr id="0" name=""/>
        <dsp:cNvSpPr/>
      </dsp:nvSpPr>
      <dsp:spPr>
        <a:xfrm>
          <a:off x="0" y="0"/>
          <a:ext cx="8161020" cy="16116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Right User → Right Permission → Right Resource</a:t>
          </a:r>
          <a:endParaRPr lang="en-US" sz="2100" kern="1200"/>
        </a:p>
      </dsp:txBody>
      <dsp:txXfrm>
        <a:off x="47203" y="47203"/>
        <a:ext cx="6495274" cy="1517224"/>
      </dsp:txXfrm>
    </dsp:sp>
    <dsp:sp modelId="{E68446BE-4A33-2D4C-B7A2-F38343686D2D}">
      <dsp:nvSpPr>
        <dsp:cNvPr id="0" name=""/>
        <dsp:cNvSpPr/>
      </dsp:nvSpPr>
      <dsp:spPr>
        <a:xfrm>
          <a:off x="1440179" y="1969770"/>
          <a:ext cx="8161020" cy="16116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Achieve: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✔ Secure cluster access</a:t>
          </a:r>
          <a:br>
            <a:rPr lang="en-IN" sz="1600" kern="1200"/>
          </a:br>
          <a:r>
            <a:rPr lang="en-IN" sz="1600" kern="1200"/>
            <a:t>✔ Limit permissions</a:t>
          </a:r>
          <a:br>
            <a:rPr lang="en-IN" sz="1600" kern="1200"/>
          </a:br>
          <a:r>
            <a:rPr lang="en-IN" sz="1600" kern="1200"/>
            <a:t>✔ Protect critical resources</a:t>
          </a:r>
          <a:br>
            <a:rPr lang="en-IN" sz="1600" kern="1200"/>
          </a:br>
          <a:r>
            <a:rPr lang="en-IN" sz="1600" kern="1200"/>
            <a:t>✔ Implement least-privilege security</a:t>
          </a:r>
          <a:endParaRPr lang="en-US" sz="1600" kern="1200"/>
        </a:p>
      </dsp:txBody>
      <dsp:txXfrm>
        <a:off x="1487382" y="2016973"/>
        <a:ext cx="5578874" cy="1517224"/>
      </dsp:txXfrm>
    </dsp:sp>
    <dsp:sp modelId="{55D6AFAD-2310-4B4C-B28D-9ABF72CC8530}">
      <dsp:nvSpPr>
        <dsp:cNvPr id="0" name=""/>
        <dsp:cNvSpPr/>
      </dsp:nvSpPr>
      <dsp:spPr>
        <a:xfrm>
          <a:off x="7113460" y="1266920"/>
          <a:ext cx="1047559" cy="1047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349161" y="1266920"/>
        <a:ext cx="576157" cy="788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37D62-EC40-244B-963D-5A65F99B2F8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73561-8BF2-5343-A200-A462D251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5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73561-8BF2-5343-A200-A462D25159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30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89888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9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288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2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0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5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3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20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408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C217DCF-15FA-0240-A3F2-A0E3A65F5081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ED30FE4-6F7F-F64F-8E65-258A647462D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541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BA7F3F-D56F-4C06-84AC-03FC83B06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5374B5-D7C8-4AA9-BE65-DB7A0CA9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C73A7452-ED0F-4903-A620-8D103E556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6A3F6CE-D581-4C37-8822-4F4A68325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0FD15A-665D-87FC-CCD2-5BDC7EA13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n-US"/>
              <a:t>Week 4 – Day1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945CA-11AE-F44F-5AE6-5693ACA36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/>
              <a:t>Kubernetes Core Concepts: Storage and RBAC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76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DD3121-FF75-A877-A2B4-3DC4E966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11" r="1" b="1"/>
          <a:stretch>
            <a:fillRect/>
          </a:stretch>
        </p:blipFill>
        <p:spPr>
          <a:xfrm>
            <a:off x="-1" y="10"/>
            <a:ext cx="1218865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078F889-8780-48D5-8B9E-DF8B13063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7FEBA-0CEB-ADF4-3894-66BD4E78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2"/>
                </a:solidFill>
              </a:rPr>
              <a:t>Agenda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4CABA2-22A0-44B2-BD92-28FF73FCE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B43741C-5431-5FDA-469C-3145B4B2DF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34430576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2874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9130A-6C10-2957-8279-DD7E5CB3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9704"/>
            <a:ext cx="3299579" cy="55778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Storage in Kubernetes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1E60A-5E72-668F-E04C-0BA0B48F9C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28664411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070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5EA2-CA8D-715E-E92F-997E89D8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Storage 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A06DE96-969D-477C-F9BE-D4874F067D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18421" y="2286000"/>
            <a:ext cx="3754533" cy="3581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AF2B-7892-0636-4921-E9A0F694A7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Persistent Volume (PV) –</a:t>
            </a:r>
            <a:r>
              <a:rPr lang="en-IN" b="1" dirty="0"/>
              <a:t> </a:t>
            </a:r>
            <a:r>
              <a:rPr lang="en-IN" dirty="0"/>
              <a:t>Actual disk / Storage </a:t>
            </a:r>
          </a:p>
          <a:p>
            <a:pPr marL="0" indent="0">
              <a:buNone/>
            </a:pPr>
            <a:r>
              <a:rPr lang="en-IN" dirty="0"/>
              <a:t>PVC - Storage request by a pod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6EE5A4-CA26-074E-1CD7-6C82889FB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34048"/>
              </p:ext>
            </p:extLst>
          </p:nvPr>
        </p:nvGraphicFramePr>
        <p:xfrm>
          <a:off x="6318827" y="4091710"/>
          <a:ext cx="4888346" cy="176517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2444173">
                  <a:extLst>
                    <a:ext uri="{9D8B030D-6E8A-4147-A177-3AD203B41FA5}">
                      <a16:colId xmlns:a16="http://schemas.microsoft.com/office/drawing/2014/main" val="1927628765"/>
                    </a:ext>
                  </a:extLst>
                </a:gridCol>
                <a:gridCol w="2444173">
                  <a:extLst>
                    <a:ext uri="{9D8B030D-6E8A-4147-A177-3AD203B41FA5}">
                      <a16:colId xmlns:a16="http://schemas.microsoft.com/office/drawing/2014/main" val="2749703353"/>
                    </a:ext>
                  </a:extLst>
                </a:gridCol>
              </a:tblGrid>
              <a:tr h="371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5799"/>
                  </a:ext>
                </a:extLst>
              </a:tr>
              <a:tr h="371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volumes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definition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354375"/>
                  </a:ext>
                </a:extLst>
              </a:tr>
              <a:tr h="650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volumeMounts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Mount inside container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782344"/>
                  </a:ext>
                </a:extLst>
              </a:tr>
              <a:tr h="371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emptyDir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Temporary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930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46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F90CED2-72DA-49F5-8068-294F7EEF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1665A6-74DB-4F44-A6EF-F01205E8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A88EB-5B76-22D1-EFF4-BF7B8361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85800"/>
            <a:ext cx="10905066" cy="14859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Static Provisioning</a:t>
            </a:r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8DA3565-58ED-C339-6ECC-A1881514870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49113643"/>
              </p:ext>
            </p:extLst>
          </p:nvPr>
        </p:nvGraphicFramePr>
        <p:xfrm>
          <a:off x="1122972" y="2286000"/>
          <a:ext cx="994605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769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6476-33A6-CA01-767E-8B15F5BC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Provisioning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43A1-02FC-3931-9B12-24486F6D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IN" dirty="0"/>
              <a:t>Process: </a:t>
            </a:r>
          </a:p>
          <a:p>
            <a:pPr lvl="1" fontAlgn="ctr"/>
            <a:r>
              <a:rPr lang="en-IN" dirty="0"/>
              <a:t>Kubernetes creates PV automatically</a:t>
            </a:r>
          </a:p>
          <a:p>
            <a:pPr marL="0" indent="0" fontAlgn="ctr">
              <a:buNone/>
            </a:pPr>
            <a:r>
              <a:rPr lang="en-IN" dirty="0"/>
              <a:t>Advantage: </a:t>
            </a:r>
          </a:p>
          <a:p>
            <a:pPr lvl="1" fontAlgn="ctr"/>
            <a:r>
              <a:rPr lang="en-IN" dirty="0"/>
              <a:t>Automatic process</a:t>
            </a:r>
          </a:p>
          <a:p>
            <a:pPr lvl="1" fontAlgn="ctr"/>
            <a:r>
              <a:rPr lang="en-IN" dirty="0"/>
              <a:t>Cloud-native</a:t>
            </a:r>
          </a:p>
          <a:p>
            <a:pPr lvl="1" fontAlgn="ctr"/>
            <a:r>
              <a:rPr lang="en-IN" dirty="0"/>
              <a:t>No Manual PV Creation</a:t>
            </a:r>
          </a:p>
          <a:p>
            <a:pPr marL="0" indent="0" fontAlgn="ctr">
              <a:buNone/>
            </a:pPr>
            <a:r>
              <a:rPr lang="en-IN" dirty="0"/>
              <a:t>Use Case:</a:t>
            </a: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Used in production (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Frontend service, Backend API, Database (MySQL)</a:t>
            </a:r>
          </a:p>
          <a:p>
            <a:pPr lvl="1" fontAlgn="ctr"/>
            <a:endParaRPr lang="en-IN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E31A7-BF97-CA8D-F043-C93AAFD60AB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43825" y="2286000"/>
            <a:ext cx="4448175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Flow: </a:t>
            </a:r>
          </a:p>
          <a:p>
            <a:pPr marL="530352" lvl="1" indent="0">
              <a:buNone/>
            </a:pPr>
            <a:r>
              <a:rPr lang="en-IN" dirty="0"/>
              <a:t>Application Pod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PersistentVolumeClaim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StorageClass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Kubernetes automatically creates </a:t>
            </a:r>
            <a:r>
              <a:rPr lang="en-IN" dirty="0" err="1"/>
              <a:t>PersistentVolume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Cloud / Storage Backend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28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E8082-F07C-1D18-710E-BB2EC4B657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4305" y="332509"/>
            <a:ext cx="9112568" cy="582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3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B08B-5D99-CDF1-EC01-CB21A002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to End Flow </a:t>
            </a:r>
          </a:p>
        </p:txBody>
      </p:sp>
      <p:pic>
        <p:nvPicPr>
          <p:cNvPr id="5" name="Content Placeholder 4" descr="A diagram of a storage system&#10;&#10;AI-generated content may be incorrect.">
            <a:extLst>
              <a:ext uri="{FF2B5EF4-FFF2-40B4-BE49-F238E27FC236}">
                <a16:creationId xmlns:a16="http://schemas.microsoft.com/office/drawing/2014/main" id="{C8E9B018-8FE0-7020-E238-BB9735676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9959" y="2286000"/>
            <a:ext cx="6684482" cy="3581400"/>
          </a:xfrm>
        </p:spPr>
      </p:pic>
    </p:spTree>
    <p:extLst>
      <p:ext uri="{BB962C8B-B14F-4D97-AF65-F5344CB8AC3E}">
        <p14:creationId xmlns:p14="http://schemas.microsoft.com/office/powerpoint/2010/main" val="413303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79C0-C04A-C9C3-FA3F-39394F8D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7AD134-A148-D8E0-8DF0-09AEB6E9D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1230041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053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A3E3-5D48-EFFD-9CF3-E52FB06F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Storage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F5A0CE-B044-0DB6-16EE-5AD7FD264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760945"/>
              </p:ext>
            </p:extLst>
          </p:nvPr>
        </p:nvGraphicFramePr>
        <p:xfrm>
          <a:off x="1126156" y="2030932"/>
          <a:ext cx="9461634" cy="256032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3153878">
                  <a:extLst>
                    <a:ext uri="{9D8B030D-6E8A-4147-A177-3AD203B41FA5}">
                      <a16:colId xmlns:a16="http://schemas.microsoft.com/office/drawing/2014/main" val="3516239292"/>
                    </a:ext>
                  </a:extLst>
                </a:gridCol>
                <a:gridCol w="3153878">
                  <a:extLst>
                    <a:ext uri="{9D8B030D-6E8A-4147-A177-3AD203B41FA5}">
                      <a16:colId xmlns:a16="http://schemas.microsoft.com/office/drawing/2014/main" val="4284641419"/>
                    </a:ext>
                  </a:extLst>
                </a:gridCol>
                <a:gridCol w="3153878">
                  <a:extLst>
                    <a:ext uri="{9D8B030D-6E8A-4147-A177-3AD203B41FA5}">
                      <a16:colId xmlns:a16="http://schemas.microsoft.com/office/drawing/2014/main" val="547226894"/>
                    </a:ext>
                  </a:extLst>
                </a:gridCol>
              </a:tblGrid>
              <a:tr h="324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502573"/>
                  </a:ext>
                </a:extLst>
              </a:tr>
              <a:tr h="324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Shared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141948"/>
                  </a:ext>
                </a:extLst>
              </a:tr>
              <a:tr h="324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AWS EBS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090230"/>
                  </a:ext>
                </a:extLst>
              </a:tr>
              <a:tr h="324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Disk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workloads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764716"/>
                  </a:ext>
                </a:extLst>
              </a:tr>
              <a:tr h="324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 Persistent Disk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GKE workloads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070315"/>
                  </a:ext>
                </a:extLst>
              </a:tr>
              <a:tr h="324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Distributed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clusters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143890"/>
                  </a:ext>
                </a:extLst>
              </a:tr>
              <a:tr h="324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Production workloads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4262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B8F6D5-5D08-C49E-365A-D730AA30C7A1}"/>
              </a:ext>
            </a:extLst>
          </p:cNvPr>
          <p:cNvSpPr txBox="1"/>
          <p:nvPr/>
        </p:nvSpPr>
        <p:spPr>
          <a:xfrm>
            <a:off x="1499134" y="5379803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Pod → PVC → </a:t>
            </a:r>
            <a:r>
              <a:rPr lang="en-IN" dirty="0" err="1">
                <a:latin typeface="Courier New" panose="02070309020205020404" pitchFamily="49" charset="0"/>
              </a:rPr>
              <a:t>StorageClass</a:t>
            </a:r>
            <a:r>
              <a:rPr lang="en-IN" dirty="0">
                <a:latin typeface="Courier New" panose="02070309020205020404" pitchFamily="49" charset="0"/>
              </a:rPr>
              <a:t> → External Storage (AWS / NFS / </a:t>
            </a:r>
            <a:r>
              <a:rPr lang="en-IN" dirty="0" err="1">
                <a:latin typeface="Courier New" panose="02070309020205020404" pitchFamily="49" charset="0"/>
              </a:rPr>
              <a:t>Ceph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3908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2EC82A-1131-2CEA-4182-B3AA2FC5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04230"/>
            <a:ext cx="7772400" cy="584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07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99542-03FD-7674-9F46-43F21460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DF5AEE-14B5-10FC-434F-E616DA21E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6091" y="2286000"/>
            <a:ext cx="8932218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40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2FCF-37FC-742D-F5CC-311DA128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Role Base Access Control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6B0F60-F4D8-871D-E169-737D702B88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513698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67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8AD2-B929-8D08-C7AE-47471BE8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and Role Binding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41C46D-9CB5-B391-FDE8-A6F7F5D60A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371600" y="2555384"/>
            <a:ext cx="4448175" cy="30426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8C9C7-193C-5A96-578D-87B932D3D5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Role + </a:t>
            </a:r>
            <a:r>
              <a:rPr lang="en-IN" dirty="0" err="1"/>
              <a:t>RoleBinding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Namespace permissions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827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292D-1F14-69C6-8DB8-187466E7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role and Cluster Role Binding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D96D6F-6B8C-2292-87A6-AB547DDBE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133" y="2286000"/>
            <a:ext cx="702413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02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59A-8F0E-DE2D-974D-5496D994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Service Account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06D6F8-14F9-6244-5213-2201F01D0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803" y="2286000"/>
            <a:ext cx="863079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84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5A4-C70C-9AF4-E2B9-7EC73B50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When to use Role and Cluster Role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662CCE-30AF-58DD-8C89-A0AE113CE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679462"/>
              </p:ext>
            </p:extLst>
          </p:nvPr>
        </p:nvGraphicFramePr>
        <p:xfrm>
          <a:off x="1371600" y="2414644"/>
          <a:ext cx="9601201" cy="3324114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2124636">
                  <a:extLst>
                    <a:ext uri="{9D8B030D-6E8A-4147-A177-3AD203B41FA5}">
                      <a16:colId xmlns:a16="http://schemas.microsoft.com/office/drawing/2014/main" val="4237391936"/>
                    </a:ext>
                  </a:extLst>
                </a:gridCol>
                <a:gridCol w="3402106">
                  <a:extLst>
                    <a:ext uri="{9D8B030D-6E8A-4147-A177-3AD203B41FA5}">
                      <a16:colId xmlns:a16="http://schemas.microsoft.com/office/drawing/2014/main" val="3224097776"/>
                    </a:ext>
                  </a:extLst>
                </a:gridCol>
                <a:gridCol w="4074459">
                  <a:extLst>
                    <a:ext uri="{9D8B030D-6E8A-4147-A177-3AD203B41FA5}">
                      <a16:colId xmlns:a16="http://schemas.microsoft.com/office/drawing/2014/main" val="1936230775"/>
                    </a:ext>
                  </a:extLst>
                </a:gridCol>
              </a:tblGrid>
              <a:tr h="710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Feature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Role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ClusterRole</a:t>
                      </a:r>
                    </a:p>
                  </a:txBody>
                  <a:tcPr marL="161365" marR="161365" marT="80682" marB="80682" anchor="ctr"/>
                </a:tc>
                <a:extLst>
                  <a:ext uri="{0D108BD9-81ED-4DB2-BD59-A6C34878D82A}">
                    <a16:rowId xmlns:a16="http://schemas.microsoft.com/office/drawing/2014/main" val="1757355819"/>
                  </a:ext>
                </a:extLst>
              </a:tr>
              <a:tr h="710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Scope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Namespace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Entire Cluster</a:t>
                      </a:r>
                    </a:p>
                  </a:txBody>
                  <a:tcPr marL="161365" marR="161365" marT="80682" marB="80682" anchor="ctr"/>
                </a:tc>
                <a:extLst>
                  <a:ext uri="{0D108BD9-81ED-4DB2-BD59-A6C34878D82A}">
                    <a16:rowId xmlns:a16="http://schemas.microsoft.com/office/drawing/2014/main" val="899648578"/>
                  </a:ext>
                </a:extLst>
              </a:tr>
              <a:tr h="710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Binding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RoleBinding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ClusterRoleBinding</a:t>
                      </a:r>
                    </a:p>
                  </a:txBody>
                  <a:tcPr marL="161365" marR="161365" marT="80682" marB="80682" anchor="ctr"/>
                </a:tc>
                <a:extLst>
                  <a:ext uri="{0D108BD9-81ED-4DB2-BD59-A6C34878D82A}">
                    <a16:rowId xmlns:a16="http://schemas.microsoft.com/office/drawing/2014/main" val="624202649"/>
                  </a:ext>
                </a:extLst>
              </a:tr>
              <a:tr h="1194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Example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dev namespace access</a:t>
                      </a:r>
                    </a:p>
                  </a:txBody>
                  <a:tcPr marL="161365" marR="161365" marT="80682" marB="806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cluster-wide access</a:t>
                      </a:r>
                    </a:p>
                  </a:txBody>
                  <a:tcPr marL="161365" marR="161365" marT="80682" marB="80682" anchor="ctr"/>
                </a:tc>
                <a:extLst>
                  <a:ext uri="{0D108BD9-81ED-4DB2-BD59-A6C34878D82A}">
                    <a16:rowId xmlns:a16="http://schemas.microsoft.com/office/drawing/2014/main" val="173930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71514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CFC2B8F-794A-3D43-95AB-D673B81AFAD1}">
  <we:reference id="wa200003052" version="7.0.0.0" store="en-IN" storeType="OMEX"/>
  <we:alternateReferences>
    <we:reference id="wa200003052" version="7.0.0.0" store="WA200003052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4DC78F5-4703-504C-8AA4-45B0AED91198}">
  <we:reference id="wa200005669" version="2.0.0.0" store="en-GB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229</TotalTime>
  <Words>318</Words>
  <Application>Microsoft Macintosh PowerPoint</Application>
  <PresentationFormat>Widescreen</PresentationFormat>
  <Paragraphs>102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Courier New</vt:lpstr>
      <vt:lpstr>Franklin Gothic Book</vt:lpstr>
      <vt:lpstr>Crop</vt:lpstr>
      <vt:lpstr>Week 4 – Day1</vt:lpstr>
      <vt:lpstr>Agenda</vt:lpstr>
      <vt:lpstr>Storage in Kubernetes</vt:lpstr>
      <vt:lpstr>K8S Storage </vt:lpstr>
      <vt:lpstr>Static Provisioning</vt:lpstr>
      <vt:lpstr>Dynamic Provisioning</vt:lpstr>
      <vt:lpstr>PowerPoint Presentation</vt:lpstr>
      <vt:lpstr>End to End Flow </vt:lpstr>
      <vt:lpstr>Summary</vt:lpstr>
      <vt:lpstr>External Storage Options</vt:lpstr>
      <vt:lpstr>PowerPoint Presentation</vt:lpstr>
      <vt:lpstr>PowerPoint Presentation</vt:lpstr>
      <vt:lpstr>Role Base Access Control </vt:lpstr>
      <vt:lpstr>Role and Role Binding Flow</vt:lpstr>
      <vt:lpstr>Cluster role and Cluster Role Binding Flow</vt:lpstr>
      <vt:lpstr>Mapping Service Account </vt:lpstr>
      <vt:lpstr>When to use Role and Cluster Role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Anbalagan</dc:creator>
  <cp:lastModifiedBy>Lavanya Anbalagan</cp:lastModifiedBy>
  <cp:revision>3</cp:revision>
  <dcterms:created xsi:type="dcterms:W3CDTF">2026-03-15T13:45:02Z</dcterms:created>
  <dcterms:modified xsi:type="dcterms:W3CDTF">2026-03-16T05:10:59Z</dcterms:modified>
</cp:coreProperties>
</file>