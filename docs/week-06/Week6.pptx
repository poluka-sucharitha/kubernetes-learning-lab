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62" r:id="rId4"/>
    <p:sldId id="265" r:id="rId5"/>
    <p:sldId id="263" r:id="rId6"/>
    <p:sldId id="257" r:id="rId7"/>
    <p:sldId id="260" r:id="rId8"/>
    <p:sldId id="266" r:id="rId9"/>
    <p:sldId id="261" r:id="rId10"/>
    <p:sldId id="264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83" r:id="rId19"/>
    <p:sldId id="284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45"/>
    <p:restoredTop sz="94668"/>
  </p:normalViewPr>
  <p:slideViewPr>
    <p:cSldViewPr snapToGrid="0">
      <p:cViewPr varScale="1">
        <p:scale>
          <a:sx n="99" d="100"/>
          <a:sy n="99" d="100"/>
        </p:scale>
        <p:origin x="20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3DD12F-0FAF-4CB9-A746-D2F76F14B27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A99F497-4D86-4AB5-B942-8DA1B852CE78}">
      <dgm:prSet/>
      <dgm:spPr/>
      <dgm:t>
        <a:bodyPr/>
        <a:lstStyle/>
        <a:p>
          <a:r>
            <a:rPr lang="en-US"/>
            <a:t>Sync Waves → Task sequence 📋 - </a:t>
          </a:r>
          <a:r>
            <a:rPr lang="en-IN"/>
            <a:t>Order of deployment</a:t>
          </a:r>
          <a:endParaRPr lang="en-US"/>
        </a:p>
      </dgm:t>
    </dgm:pt>
    <dgm:pt modelId="{16A1C09D-A84E-4983-88F2-6DEB693A10CB}" type="parTrans" cxnId="{69C3C184-78A7-4A4B-8829-AB2CECAAF218}">
      <dgm:prSet/>
      <dgm:spPr/>
      <dgm:t>
        <a:bodyPr/>
        <a:lstStyle/>
        <a:p>
          <a:endParaRPr lang="en-US"/>
        </a:p>
      </dgm:t>
    </dgm:pt>
    <dgm:pt modelId="{377C835C-C5B2-4253-BCEB-FDCFE6507E52}" type="sibTrans" cxnId="{69C3C184-78A7-4A4B-8829-AB2CECAAF218}">
      <dgm:prSet/>
      <dgm:spPr/>
      <dgm:t>
        <a:bodyPr/>
        <a:lstStyle/>
        <a:p>
          <a:endParaRPr lang="en-US"/>
        </a:p>
      </dgm:t>
    </dgm:pt>
    <dgm:pt modelId="{02A38194-5BC0-4BE9-BBA4-C1942E49FD12}">
      <dgm:prSet/>
      <dgm:spPr/>
      <dgm:t>
        <a:bodyPr/>
        <a:lstStyle/>
        <a:p>
          <a:r>
            <a:rPr lang="en-US"/>
            <a:t>Hooks → Custom steps 🔧 -  </a:t>
          </a:r>
          <a:r>
            <a:rPr lang="en-IN"/>
            <a:t>Lifecycle actions (before/during/after)</a:t>
          </a:r>
          <a:endParaRPr lang="en-US"/>
        </a:p>
      </dgm:t>
    </dgm:pt>
    <dgm:pt modelId="{9FC5F967-03D5-439D-9549-69113712E528}" type="parTrans" cxnId="{C4987C04-D7C0-4983-B22C-2FF962FC8694}">
      <dgm:prSet/>
      <dgm:spPr/>
      <dgm:t>
        <a:bodyPr/>
        <a:lstStyle/>
        <a:p>
          <a:endParaRPr lang="en-US"/>
        </a:p>
      </dgm:t>
    </dgm:pt>
    <dgm:pt modelId="{1FA95874-CD10-416D-9F1C-8094C9003C1D}" type="sibTrans" cxnId="{C4987C04-D7C0-4983-B22C-2FF962FC8694}">
      <dgm:prSet/>
      <dgm:spPr/>
      <dgm:t>
        <a:bodyPr/>
        <a:lstStyle/>
        <a:p>
          <a:endParaRPr lang="en-US"/>
        </a:p>
      </dgm:t>
    </dgm:pt>
    <dgm:pt modelId="{5A26249C-C68F-4DF6-AC6F-D96908FF4A71}">
      <dgm:prSet/>
      <dgm:spPr/>
      <dgm:t>
        <a:bodyPr/>
        <a:lstStyle/>
        <a:p>
          <a:r>
            <a:rPr lang="en-US"/>
            <a:t>Pruning → Clean up 🧹-  </a:t>
          </a:r>
          <a:r>
            <a:rPr lang="en-IN"/>
            <a:t>Remove unwanted resources</a:t>
          </a:r>
          <a:endParaRPr lang="en-US"/>
        </a:p>
      </dgm:t>
    </dgm:pt>
    <dgm:pt modelId="{E1939BEB-B80B-49E6-8131-BA9AEA86547C}" type="parTrans" cxnId="{50704B76-E3A7-43A1-B295-63F513D13067}">
      <dgm:prSet/>
      <dgm:spPr/>
      <dgm:t>
        <a:bodyPr/>
        <a:lstStyle/>
        <a:p>
          <a:endParaRPr lang="en-US"/>
        </a:p>
      </dgm:t>
    </dgm:pt>
    <dgm:pt modelId="{8EE01FD7-12CA-444E-ADA5-1E2400FFF0C5}" type="sibTrans" cxnId="{50704B76-E3A7-43A1-B295-63F513D13067}">
      <dgm:prSet/>
      <dgm:spPr/>
      <dgm:t>
        <a:bodyPr/>
        <a:lstStyle/>
        <a:p>
          <a:endParaRPr lang="en-US"/>
        </a:p>
      </dgm:t>
    </dgm:pt>
    <dgm:pt modelId="{D334298C-0488-403B-88D9-6F65385F3670}">
      <dgm:prSet/>
      <dgm:spPr/>
      <dgm:t>
        <a:bodyPr/>
        <a:lstStyle/>
        <a:p>
          <a:r>
            <a:rPr lang="en-US"/>
            <a:t>Self-healing → Auto-repair 🔁 - </a:t>
          </a:r>
          <a:r>
            <a:rPr lang="en-IN"/>
            <a:t>Fix drift automatically</a:t>
          </a:r>
          <a:endParaRPr lang="en-US"/>
        </a:p>
      </dgm:t>
    </dgm:pt>
    <dgm:pt modelId="{396EF8A9-D82C-4C67-AA12-D8F98068B856}" type="parTrans" cxnId="{7F6ACCB2-6840-4FC0-A32F-EDE0A7AD3874}">
      <dgm:prSet/>
      <dgm:spPr/>
      <dgm:t>
        <a:bodyPr/>
        <a:lstStyle/>
        <a:p>
          <a:endParaRPr lang="en-US"/>
        </a:p>
      </dgm:t>
    </dgm:pt>
    <dgm:pt modelId="{D9112915-8279-4390-A617-C858FED9476F}" type="sibTrans" cxnId="{7F6ACCB2-6840-4FC0-A32F-EDE0A7AD3874}">
      <dgm:prSet/>
      <dgm:spPr/>
      <dgm:t>
        <a:bodyPr/>
        <a:lstStyle/>
        <a:p>
          <a:endParaRPr lang="en-US"/>
        </a:p>
      </dgm:t>
    </dgm:pt>
    <dgm:pt modelId="{1E8F771F-2952-9249-8043-A7A7A691F1E4}" type="pres">
      <dgm:prSet presAssocID="{B13DD12F-0FAF-4CB9-A746-D2F76F14B27E}" presName="linear" presStyleCnt="0">
        <dgm:presLayoutVars>
          <dgm:animLvl val="lvl"/>
          <dgm:resizeHandles val="exact"/>
        </dgm:presLayoutVars>
      </dgm:prSet>
      <dgm:spPr/>
    </dgm:pt>
    <dgm:pt modelId="{58B77F71-5F98-F941-BDBA-BBD668EAE8B8}" type="pres">
      <dgm:prSet presAssocID="{6A99F497-4D86-4AB5-B942-8DA1B852CE7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736DF2-FED4-A34B-8858-14A2C5F3A97C}" type="pres">
      <dgm:prSet presAssocID="{377C835C-C5B2-4253-BCEB-FDCFE6507E52}" presName="spacer" presStyleCnt="0"/>
      <dgm:spPr/>
    </dgm:pt>
    <dgm:pt modelId="{DB891919-CD1F-3A47-9D75-925E7DF13725}" type="pres">
      <dgm:prSet presAssocID="{02A38194-5BC0-4BE9-BBA4-C1942E49FD1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9EABE1A-4F3C-3841-957D-555B2085EA32}" type="pres">
      <dgm:prSet presAssocID="{1FA95874-CD10-416D-9F1C-8094C9003C1D}" presName="spacer" presStyleCnt="0"/>
      <dgm:spPr/>
    </dgm:pt>
    <dgm:pt modelId="{0A5D3B44-3A58-C64D-8949-4CC2F9611B04}" type="pres">
      <dgm:prSet presAssocID="{5A26249C-C68F-4DF6-AC6F-D96908FF4A7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9A8DEEA-E22A-3846-B090-7F85ECFB57E2}" type="pres">
      <dgm:prSet presAssocID="{8EE01FD7-12CA-444E-ADA5-1E2400FFF0C5}" presName="spacer" presStyleCnt="0"/>
      <dgm:spPr/>
    </dgm:pt>
    <dgm:pt modelId="{16B08230-0863-544C-92D4-10B64F43F4EA}" type="pres">
      <dgm:prSet presAssocID="{D334298C-0488-403B-88D9-6F65385F367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4987C04-D7C0-4983-B22C-2FF962FC8694}" srcId="{B13DD12F-0FAF-4CB9-A746-D2F76F14B27E}" destId="{02A38194-5BC0-4BE9-BBA4-C1942E49FD12}" srcOrd="1" destOrd="0" parTransId="{9FC5F967-03D5-439D-9549-69113712E528}" sibTransId="{1FA95874-CD10-416D-9F1C-8094C9003C1D}"/>
    <dgm:cxn modelId="{5A4D3567-2284-1441-8213-53F2487EED60}" type="presOf" srcId="{B13DD12F-0FAF-4CB9-A746-D2F76F14B27E}" destId="{1E8F771F-2952-9249-8043-A7A7A691F1E4}" srcOrd="0" destOrd="0" presId="urn:microsoft.com/office/officeart/2005/8/layout/vList2"/>
    <dgm:cxn modelId="{50704B76-E3A7-43A1-B295-63F513D13067}" srcId="{B13DD12F-0FAF-4CB9-A746-D2F76F14B27E}" destId="{5A26249C-C68F-4DF6-AC6F-D96908FF4A71}" srcOrd="2" destOrd="0" parTransId="{E1939BEB-B80B-49E6-8131-BA9AEA86547C}" sibTransId="{8EE01FD7-12CA-444E-ADA5-1E2400FFF0C5}"/>
    <dgm:cxn modelId="{B6A4B676-BC12-4040-A9B7-DCC279E55D41}" type="presOf" srcId="{5A26249C-C68F-4DF6-AC6F-D96908FF4A71}" destId="{0A5D3B44-3A58-C64D-8949-4CC2F9611B04}" srcOrd="0" destOrd="0" presId="urn:microsoft.com/office/officeart/2005/8/layout/vList2"/>
    <dgm:cxn modelId="{69C3C184-78A7-4A4B-8829-AB2CECAAF218}" srcId="{B13DD12F-0FAF-4CB9-A746-D2F76F14B27E}" destId="{6A99F497-4D86-4AB5-B942-8DA1B852CE78}" srcOrd="0" destOrd="0" parTransId="{16A1C09D-A84E-4983-88F2-6DEB693A10CB}" sibTransId="{377C835C-C5B2-4253-BCEB-FDCFE6507E52}"/>
    <dgm:cxn modelId="{70A06787-EA34-3B49-A5AB-87CCFD03CE21}" type="presOf" srcId="{6A99F497-4D86-4AB5-B942-8DA1B852CE78}" destId="{58B77F71-5F98-F941-BDBA-BBD668EAE8B8}" srcOrd="0" destOrd="0" presId="urn:microsoft.com/office/officeart/2005/8/layout/vList2"/>
    <dgm:cxn modelId="{42D9D28F-FBEB-7F43-8C74-C1301015611C}" type="presOf" srcId="{02A38194-5BC0-4BE9-BBA4-C1942E49FD12}" destId="{DB891919-CD1F-3A47-9D75-925E7DF13725}" srcOrd="0" destOrd="0" presId="urn:microsoft.com/office/officeart/2005/8/layout/vList2"/>
    <dgm:cxn modelId="{7F6ACCB2-6840-4FC0-A32F-EDE0A7AD3874}" srcId="{B13DD12F-0FAF-4CB9-A746-D2F76F14B27E}" destId="{D334298C-0488-403B-88D9-6F65385F3670}" srcOrd="3" destOrd="0" parTransId="{396EF8A9-D82C-4C67-AA12-D8F98068B856}" sibTransId="{D9112915-8279-4390-A617-C858FED9476F}"/>
    <dgm:cxn modelId="{8A26FAF7-2DFC-0A4E-976F-FA0E01BD29BE}" type="presOf" srcId="{D334298C-0488-403B-88D9-6F65385F3670}" destId="{16B08230-0863-544C-92D4-10B64F43F4EA}" srcOrd="0" destOrd="0" presId="urn:microsoft.com/office/officeart/2005/8/layout/vList2"/>
    <dgm:cxn modelId="{9A8C30F5-225F-1C41-925B-6C05AE7DC7C8}" type="presParOf" srcId="{1E8F771F-2952-9249-8043-A7A7A691F1E4}" destId="{58B77F71-5F98-F941-BDBA-BBD668EAE8B8}" srcOrd="0" destOrd="0" presId="urn:microsoft.com/office/officeart/2005/8/layout/vList2"/>
    <dgm:cxn modelId="{F6CA057C-991F-2942-99F2-474EAF93396F}" type="presParOf" srcId="{1E8F771F-2952-9249-8043-A7A7A691F1E4}" destId="{4B736DF2-FED4-A34B-8858-14A2C5F3A97C}" srcOrd="1" destOrd="0" presId="urn:microsoft.com/office/officeart/2005/8/layout/vList2"/>
    <dgm:cxn modelId="{947717B3-827A-F649-BA39-F7932C25912C}" type="presParOf" srcId="{1E8F771F-2952-9249-8043-A7A7A691F1E4}" destId="{DB891919-CD1F-3A47-9D75-925E7DF13725}" srcOrd="2" destOrd="0" presId="urn:microsoft.com/office/officeart/2005/8/layout/vList2"/>
    <dgm:cxn modelId="{7F54002C-1F36-8A49-A5CA-351B20B4F175}" type="presParOf" srcId="{1E8F771F-2952-9249-8043-A7A7A691F1E4}" destId="{59EABE1A-4F3C-3841-957D-555B2085EA32}" srcOrd="3" destOrd="0" presId="urn:microsoft.com/office/officeart/2005/8/layout/vList2"/>
    <dgm:cxn modelId="{D5C0F5C4-4CB8-FF40-98CF-F0E4852A1277}" type="presParOf" srcId="{1E8F771F-2952-9249-8043-A7A7A691F1E4}" destId="{0A5D3B44-3A58-C64D-8949-4CC2F9611B04}" srcOrd="4" destOrd="0" presId="urn:microsoft.com/office/officeart/2005/8/layout/vList2"/>
    <dgm:cxn modelId="{E07208CD-3682-8547-9998-1E7B8F69808B}" type="presParOf" srcId="{1E8F771F-2952-9249-8043-A7A7A691F1E4}" destId="{39A8DEEA-E22A-3846-B090-7F85ECFB57E2}" srcOrd="5" destOrd="0" presId="urn:microsoft.com/office/officeart/2005/8/layout/vList2"/>
    <dgm:cxn modelId="{E5ED7080-BB52-0E44-AF43-0594A9A67B31}" type="presParOf" srcId="{1E8F771F-2952-9249-8043-A7A7A691F1E4}" destId="{16B08230-0863-544C-92D4-10B64F43F4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0C8AE1-4C0E-4364-A41C-5FCD6EF5D5F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466028-D7B9-4497-AAF0-451FB5506BAD}">
      <dgm:prSet/>
      <dgm:spPr/>
      <dgm:t>
        <a:bodyPr/>
        <a:lstStyle/>
        <a:p>
          <a:r>
            <a:rPr lang="en-IN"/>
            <a:t>Managing multiple clusters </a:t>
          </a:r>
          <a:endParaRPr lang="en-US"/>
        </a:p>
      </dgm:t>
    </dgm:pt>
    <dgm:pt modelId="{D10755FD-FA7D-47E0-9543-0CDE56CEE3FC}" type="parTrans" cxnId="{247FE351-67F1-46D2-A043-0335EE6732C5}">
      <dgm:prSet/>
      <dgm:spPr/>
      <dgm:t>
        <a:bodyPr/>
        <a:lstStyle/>
        <a:p>
          <a:endParaRPr lang="en-US"/>
        </a:p>
      </dgm:t>
    </dgm:pt>
    <dgm:pt modelId="{C68FF57C-A4E2-4E98-A751-C365B29E934D}" type="sibTrans" cxnId="{247FE351-67F1-46D2-A043-0335EE6732C5}">
      <dgm:prSet/>
      <dgm:spPr/>
      <dgm:t>
        <a:bodyPr/>
        <a:lstStyle/>
        <a:p>
          <a:endParaRPr lang="en-US"/>
        </a:p>
      </dgm:t>
    </dgm:pt>
    <dgm:pt modelId="{ACA53E21-EE60-4874-BE46-11DB1FAE87FF}">
      <dgm:prSet/>
      <dgm:spPr/>
      <dgm:t>
        <a:bodyPr/>
        <a:lstStyle/>
        <a:p>
          <a:r>
            <a:rPr lang="en-IN"/>
            <a:t>Adding external clusters </a:t>
          </a:r>
          <a:endParaRPr lang="en-US"/>
        </a:p>
      </dgm:t>
    </dgm:pt>
    <dgm:pt modelId="{6499238C-071A-4214-92AA-C23D06E43B63}" type="parTrans" cxnId="{474AEE59-33F2-4C4C-8973-499E9481E63A}">
      <dgm:prSet/>
      <dgm:spPr/>
      <dgm:t>
        <a:bodyPr/>
        <a:lstStyle/>
        <a:p>
          <a:endParaRPr lang="en-US"/>
        </a:p>
      </dgm:t>
    </dgm:pt>
    <dgm:pt modelId="{69C86D80-7B04-4040-94C3-5F8DE5DE930D}" type="sibTrans" cxnId="{474AEE59-33F2-4C4C-8973-499E9481E63A}">
      <dgm:prSet/>
      <dgm:spPr/>
      <dgm:t>
        <a:bodyPr/>
        <a:lstStyle/>
        <a:p>
          <a:endParaRPr lang="en-US"/>
        </a:p>
      </dgm:t>
    </dgm:pt>
    <dgm:pt modelId="{1A6E92DF-F367-4221-A6DE-F680839EC51E}">
      <dgm:prSet/>
      <dgm:spPr/>
      <dgm:t>
        <a:bodyPr/>
        <a:lstStyle/>
        <a:p>
          <a:r>
            <a:rPr lang="en-IN"/>
            <a:t>Cluster secrets </a:t>
          </a:r>
          <a:endParaRPr lang="en-US"/>
        </a:p>
      </dgm:t>
    </dgm:pt>
    <dgm:pt modelId="{080777C1-D2B9-499F-BBB1-416010B0C5FB}" type="parTrans" cxnId="{E5FE0C0B-E87F-41D5-B1BF-A66C2DC33A5E}">
      <dgm:prSet/>
      <dgm:spPr/>
      <dgm:t>
        <a:bodyPr/>
        <a:lstStyle/>
        <a:p>
          <a:endParaRPr lang="en-US"/>
        </a:p>
      </dgm:t>
    </dgm:pt>
    <dgm:pt modelId="{892141C0-7091-4ED6-9BF2-89D0E86E2469}" type="sibTrans" cxnId="{E5FE0C0B-E87F-41D5-B1BF-A66C2DC33A5E}">
      <dgm:prSet/>
      <dgm:spPr/>
      <dgm:t>
        <a:bodyPr/>
        <a:lstStyle/>
        <a:p>
          <a:endParaRPr lang="en-US"/>
        </a:p>
      </dgm:t>
    </dgm:pt>
    <dgm:pt modelId="{C8D52EEE-2185-4F94-81E7-632345A25324}">
      <dgm:prSet/>
      <dgm:spPr/>
      <dgm:t>
        <a:bodyPr/>
        <a:lstStyle/>
        <a:p>
          <a:r>
            <a:rPr lang="en-IN"/>
            <a:t>Deployment strategies across clusters </a:t>
          </a:r>
          <a:endParaRPr lang="en-US"/>
        </a:p>
      </dgm:t>
    </dgm:pt>
    <dgm:pt modelId="{D9E549B6-788D-4DE0-96D6-80D28242E3FD}" type="parTrans" cxnId="{508F79C8-74C2-47F4-875D-08BC1CB0B5D7}">
      <dgm:prSet/>
      <dgm:spPr/>
      <dgm:t>
        <a:bodyPr/>
        <a:lstStyle/>
        <a:p>
          <a:endParaRPr lang="en-US"/>
        </a:p>
      </dgm:t>
    </dgm:pt>
    <dgm:pt modelId="{5919EAEA-5087-43C7-B5B6-70C583447717}" type="sibTrans" cxnId="{508F79C8-74C2-47F4-875D-08BC1CB0B5D7}">
      <dgm:prSet/>
      <dgm:spPr/>
      <dgm:t>
        <a:bodyPr/>
        <a:lstStyle/>
        <a:p>
          <a:endParaRPr lang="en-US"/>
        </a:p>
      </dgm:t>
    </dgm:pt>
    <dgm:pt modelId="{3C224C4D-2A5E-4303-92CA-C93E92644648}">
      <dgm:prSet/>
      <dgm:spPr/>
      <dgm:t>
        <a:bodyPr/>
        <a:lstStyle/>
        <a:p>
          <a:r>
            <a:rPr lang="en-IN"/>
            <a:t>Multi-tenancy </a:t>
          </a:r>
          <a:endParaRPr lang="en-US"/>
        </a:p>
      </dgm:t>
    </dgm:pt>
    <dgm:pt modelId="{E0DA4AD9-CFC8-4FB6-B9F1-5EAE906D7756}" type="parTrans" cxnId="{F43AE29F-B8E6-45A7-8889-3BC6D2407ED9}">
      <dgm:prSet/>
      <dgm:spPr/>
      <dgm:t>
        <a:bodyPr/>
        <a:lstStyle/>
        <a:p>
          <a:endParaRPr lang="en-US"/>
        </a:p>
      </dgm:t>
    </dgm:pt>
    <dgm:pt modelId="{AB37625C-86C4-49A2-ACEC-F92D913313A0}" type="sibTrans" cxnId="{F43AE29F-B8E6-45A7-8889-3BC6D2407ED9}">
      <dgm:prSet/>
      <dgm:spPr/>
      <dgm:t>
        <a:bodyPr/>
        <a:lstStyle/>
        <a:p>
          <a:endParaRPr lang="en-US"/>
        </a:p>
      </dgm:t>
    </dgm:pt>
    <dgm:pt modelId="{60AE3729-8A71-492E-89DE-80D5275DD8AA}">
      <dgm:prSet/>
      <dgm:spPr/>
      <dgm:t>
        <a:bodyPr/>
        <a:lstStyle/>
        <a:p>
          <a:r>
            <a:rPr lang="en-IN"/>
            <a:t>Namespaces vs Projects </a:t>
          </a:r>
          <a:endParaRPr lang="en-US"/>
        </a:p>
      </dgm:t>
    </dgm:pt>
    <dgm:pt modelId="{9BB8DCCB-78C0-43D4-846F-D9B276143859}" type="parTrans" cxnId="{FD691576-7CE0-4D59-B0E7-61EB3C5657A5}">
      <dgm:prSet/>
      <dgm:spPr/>
      <dgm:t>
        <a:bodyPr/>
        <a:lstStyle/>
        <a:p>
          <a:endParaRPr lang="en-US"/>
        </a:p>
      </dgm:t>
    </dgm:pt>
    <dgm:pt modelId="{A29C488B-884E-4C6C-BDC8-72B7D2D224E7}" type="sibTrans" cxnId="{FD691576-7CE0-4D59-B0E7-61EB3C5657A5}">
      <dgm:prSet/>
      <dgm:spPr/>
      <dgm:t>
        <a:bodyPr/>
        <a:lstStyle/>
        <a:p>
          <a:endParaRPr lang="en-US"/>
        </a:p>
      </dgm:t>
    </dgm:pt>
    <dgm:pt modelId="{EFF44B41-2F15-44C4-92B7-DF0EB3281081}">
      <dgm:prSet/>
      <dgm:spPr/>
      <dgm:t>
        <a:bodyPr/>
        <a:lstStyle/>
        <a:p>
          <a:r>
            <a:rPr lang="en-IN"/>
            <a:t>Scaling Argo CD</a:t>
          </a:r>
          <a:endParaRPr lang="en-US"/>
        </a:p>
      </dgm:t>
    </dgm:pt>
    <dgm:pt modelId="{99390C7F-F87E-495B-B545-DF43CED7DB4A}" type="parTrans" cxnId="{BFAA8C0E-B4BB-47E6-B47C-207B0A639793}">
      <dgm:prSet/>
      <dgm:spPr/>
      <dgm:t>
        <a:bodyPr/>
        <a:lstStyle/>
        <a:p>
          <a:endParaRPr lang="en-US"/>
        </a:p>
      </dgm:t>
    </dgm:pt>
    <dgm:pt modelId="{8540552B-B163-4B6F-AD73-AE99261824D4}" type="sibTrans" cxnId="{BFAA8C0E-B4BB-47E6-B47C-207B0A639793}">
      <dgm:prSet/>
      <dgm:spPr/>
      <dgm:t>
        <a:bodyPr/>
        <a:lstStyle/>
        <a:p>
          <a:endParaRPr lang="en-US"/>
        </a:p>
      </dgm:t>
    </dgm:pt>
    <dgm:pt modelId="{8D146BD1-C853-284C-9EB0-A384492D048B}" type="pres">
      <dgm:prSet presAssocID="{850C8AE1-4C0E-4364-A41C-5FCD6EF5D5FF}" presName="vert0" presStyleCnt="0">
        <dgm:presLayoutVars>
          <dgm:dir/>
          <dgm:animOne val="branch"/>
          <dgm:animLvl val="lvl"/>
        </dgm:presLayoutVars>
      </dgm:prSet>
      <dgm:spPr/>
    </dgm:pt>
    <dgm:pt modelId="{5D2D838C-5157-1846-9DB3-0B9BB8968637}" type="pres">
      <dgm:prSet presAssocID="{13466028-D7B9-4497-AAF0-451FB5506BAD}" presName="thickLine" presStyleLbl="alignNode1" presStyleIdx="0" presStyleCnt="7"/>
      <dgm:spPr/>
    </dgm:pt>
    <dgm:pt modelId="{24086DBB-BB52-004C-A867-23FA1FFB95FF}" type="pres">
      <dgm:prSet presAssocID="{13466028-D7B9-4497-AAF0-451FB5506BAD}" presName="horz1" presStyleCnt="0"/>
      <dgm:spPr/>
    </dgm:pt>
    <dgm:pt modelId="{E6B6032F-B445-8842-B3B1-206D57FD3616}" type="pres">
      <dgm:prSet presAssocID="{13466028-D7B9-4497-AAF0-451FB5506BAD}" presName="tx1" presStyleLbl="revTx" presStyleIdx="0" presStyleCnt="7"/>
      <dgm:spPr/>
    </dgm:pt>
    <dgm:pt modelId="{BB6B06BB-AC7A-7D4B-B851-0B26727E2574}" type="pres">
      <dgm:prSet presAssocID="{13466028-D7B9-4497-AAF0-451FB5506BAD}" presName="vert1" presStyleCnt="0"/>
      <dgm:spPr/>
    </dgm:pt>
    <dgm:pt modelId="{4373EDD8-1371-2E4D-9F50-0A3182E65B50}" type="pres">
      <dgm:prSet presAssocID="{ACA53E21-EE60-4874-BE46-11DB1FAE87FF}" presName="thickLine" presStyleLbl="alignNode1" presStyleIdx="1" presStyleCnt="7"/>
      <dgm:spPr/>
    </dgm:pt>
    <dgm:pt modelId="{D3D4314E-04EA-FF4B-8695-5F4C0336743A}" type="pres">
      <dgm:prSet presAssocID="{ACA53E21-EE60-4874-BE46-11DB1FAE87FF}" presName="horz1" presStyleCnt="0"/>
      <dgm:spPr/>
    </dgm:pt>
    <dgm:pt modelId="{82B68295-41E1-7948-8893-F89EC3DDF6D6}" type="pres">
      <dgm:prSet presAssocID="{ACA53E21-EE60-4874-BE46-11DB1FAE87FF}" presName="tx1" presStyleLbl="revTx" presStyleIdx="1" presStyleCnt="7"/>
      <dgm:spPr/>
    </dgm:pt>
    <dgm:pt modelId="{431315D5-EEDD-A445-9F72-7957B6DFB0DB}" type="pres">
      <dgm:prSet presAssocID="{ACA53E21-EE60-4874-BE46-11DB1FAE87FF}" presName="vert1" presStyleCnt="0"/>
      <dgm:spPr/>
    </dgm:pt>
    <dgm:pt modelId="{FA964A26-DE3D-CA44-84F6-FFF9375F173E}" type="pres">
      <dgm:prSet presAssocID="{1A6E92DF-F367-4221-A6DE-F680839EC51E}" presName="thickLine" presStyleLbl="alignNode1" presStyleIdx="2" presStyleCnt="7"/>
      <dgm:spPr/>
    </dgm:pt>
    <dgm:pt modelId="{A2C49268-C6DC-734B-B9CB-2C8EA01A6E0A}" type="pres">
      <dgm:prSet presAssocID="{1A6E92DF-F367-4221-A6DE-F680839EC51E}" presName="horz1" presStyleCnt="0"/>
      <dgm:spPr/>
    </dgm:pt>
    <dgm:pt modelId="{9AE3D415-ECDF-7B43-9214-E09712C50EB3}" type="pres">
      <dgm:prSet presAssocID="{1A6E92DF-F367-4221-A6DE-F680839EC51E}" presName="tx1" presStyleLbl="revTx" presStyleIdx="2" presStyleCnt="7"/>
      <dgm:spPr/>
    </dgm:pt>
    <dgm:pt modelId="{6098D44C-9151-A14E-A0FF-F050BBC73DC3}" type="pres">
      <dgm:prSet presAssocID="{1A6E92DF-F367-4221-A6DE-F680839EC51E}" presName="vert1" presStyleCnt="0"/>
      <dgm:spPr/>
    </dgm:pt>
    <dgm:pt modelId="{94A9D417-5BC8-6847-850B-0B6238AE178C}" type="pres">
      <dgm:prSet presAssocID="{C8D52EEE-2185-4F94-81E7-632345A25324}" presName="thickLine" presStyleLbl="alignNode1" presStyleIdx="3" presStyleCnt="7"/>
      <dgm:spPr/>
    </dgm:pt>
    <dgm:pt modelId="{FE37F401-82F7-CC45-B0EF-0E2504BAF4B3}" type="pres">
      <dgm:prSet presAssocID="{C8D52EEE-2185-4F94-81E7-632345A25324}" presName="horz1" presStyleCnt="0"/>
      <dgm:spPr/>
    </dgm:pt>
    <dgm:pt modelId="{89FDD1AE-3591-A348-AA24-4F4F23223B68}" type="pres">
      <dgm:prSet presAssocID="{C8D52EEE-2185-4F94-81E7-632345A25324}" presName="tx1" presStyleLbl="revTx" presStyleIdx="3" presStyleCnt="7"/>
      <dgm:spPr/>
    </dgm:pt>
    <dgm:pt modelId="{68922405-655A-5142-99FE-DF2811BFB2E6}" type="pres">
      <dgm:prSet presAssocID="{C8D52EEE-2185-4F94-81E7-632345A25324}" presName="vert1" presStyleCnt="0"/>
      <dgm:spPr/>
    </dgm:pt>
    <dgm:pt modelId="{EA63D14E-0367-0B4E-9DBC-004ED7A49609}" type="pres">
      <dgm:prSet presAssocID="{3C224C4D-2A5E-4303-92CA-C93E92644648}" presName="thickLine" presStyleLbl="alignNode1" presStyleIdx="4" presStyleCnt="7"/>
      <dgm:spPr/>
    </dgm:pt>
    <dgm:pt modelId="{8E25B53D-EDFE-B74F-9852-8E963E9BE6D1}" type="pres">
      <dgm:prSet presAssocID="{3C224C4D-2A5E-4303-92CA-C93E92644648}" presName="horz1" presStyleCnt="0"/>
      <dgm:spPr/>
    </dgm:pt>
    <dgm:pt modelId="{9559A36F-643C-954A-BABF-9442C4973E8A}" type="pres">
      <dgm:prSet presAssocID="{3C224C4D-2A5E-4303-92CA-C93E92644648}" presName="tx1" presStyleLbl="revTx" presStyleIdx="4" presStyleCnt="7"/>
      <dgm:spPr/>
    </dgm:pt>
    <dgm:pt modelId="{11FD85FC-C5C5-0347-A31E-883E9CE250DA}" type="pres">
      <dgm:prSet presAssocID="{3C224C4D-2A5E-4303-92CA-C93E92644648}" presName="vert1" presStyleCnt="0"/>
      <dgm:spPr/>
    </dgm:pt>
    <dgm:pt modelId="{2F41025E-7C7B-E24F-84FF-D7617036E8A6}" type="pres">
      <dgm:prSet presAssocID="{60AE3729-8A71-492E-89DE-80D5275DD8AA}" presName="thickLine" presStyleLbl="alignNode1" presStyleIdx="5" presStyleCnt="7"/>
      <dgm:spPr/>
    </dgm:pt>
    <dgm:pt modelId="{7B2B9057-381E-144D-AFAB-512D391374A0}" type="pres">
      <dgm:prSet presAssocID="{60AE3729-8A71-492E-89DE-80D5275DD8AA}" presName="horz1" presStyleCnt="0"/>
      <dgm:spPr/>
    </dgm:pt>
    <dgm:pt modelId="{D5CB9892-D465-CD4D-B255-BC54B6EDFAD7}" type="pres">
      <dgm:prSet presAssocID="{60AE3729-8A71-492E-89DE-80D5275DD8AA}" presName="tx1" presStyleLbl="revTx" presStyleIdx="5" presStyleCnt="7"/>
      <dgm:spPr/>
    </dgm:pt>
    <dgm:pt modelId="{B90498D5-B054-DB49-B431-26FF194CCBAC}" type="pres">
      <dgm:prSet presAssocID="{60AE3729-8A71-492E-89DE-80D5275DD8AA}" presName="vert1" presStyleCnt="0"/>
      <dgm:spPr/>
    </dgm:pt>
    <dgm:pt modelId="{EE906CC3-55CC-FF40-8964-929601B5E5AA}" type="pres">
      <dgm:prSet presAssocID="{EFF44B41-2F15-44C4-92B7-DF0EB3281081}" presName="thickLine" presStyleLbl="alignNode1" presStyleIdx="6" presStyleCnt="7"/>
      <dgm:spPr/>
    </dgm:pt>
    <dgm:pt modelId="{FFCE3BD8-20E8-3F4E-82AD-A35C6DD77BBA}" type="pres">
      <dgm:prSet presAssocID="{EFF44B41-2F15-44C4-92B7-DF0EB3281081}" presName="horz1" presStyleCnt="0"/>
      <dgm:spPr/>
    </dgm:pt>
    <dgm:pt modelId="{633D62B1-0991-BF49-8C06-47CB54E3F57B}" type="pres">
      <dgm:prSet presAssocID="{EFF44B41-2F15-44C4-92B7-DF0EB3281081}" presName="tx1" presStyleLbl="revTx" presStyleIdx="6" presStyleCnt="7"/>
      <dgm:spPr/>
    </dgm:pt>
    <dgm:pt modelId="{B0C97B2E-D15E-9B45-87A1-78E2E34E03AD}" type="pres">
      <dgm:prSet presAssocID="{EFF44B41-2F15-44C4-92B7-DF0EB3281081}" presName="vert1" presStyleCnt="0"/>
      <dgm:spPr/>
    </dgm:pt>
  </dgm:ptLst>
  <dgm:cxnLst>
    <dgm:cxn modelId="{E5FE0C0B-E87F-41D5-B1BF-A66C2DC33A5E}" srcId="{850C8AE1-4C0E-4364-A41C-5FCD6EF5D5FF}" destId="{1A6E92DF-F367-4221-A6DE-F680839EC51E}" srcOrd="2" destOrd="0" parTransId="{080777C1-D2B9-499F-BBB1-416010B0C5FB}" sibTransId="{892141C0-7091-4ED6-9BF2-89D0E86E2469}"/>
    <dgm:cxn modelId="{62665D0E-4D1E-E64E-86BD-F64F7D89DF2C}" type="presOf" srcId="{ACA53E21-EE60-4874-BE46-11DB1FAE87FF}" destId="{82B68295-41E1-7948-8893-F89EC3DDF6D6}" srcOrd="0" destOrd="0" presId="urn:microsoft.com/office/officeart/2008/layout/LinedList"/>
    <dgm:cxn modelId="{BFAA8C0E-B4BB-47E6-B47C-207B0A639793}" srcId="{850C8AE1-4C0E-4364-A41C-5FCD6EF5D5FF}" destId="{EFF44B41-2F15-44C4-92B7-DF0EB3281081}" srcOrd="6" destOrd="0" parTransId="{99390C7F-F87E-495B-B545-DF43CED7DB4A}" sibTransId="{8540552B-B163-4B6F-AD73-AE99261824D4}"/>
    <dgm:cxn modelId="{7A950A11-CFE7-D84E-BC98-148BF4EF53BA}" type="presOf" srcId="{13466028-D7B9-4497-AAF0-451FB5506BAD}" destId="{E6B6032F-B445-8842-B3B1-206D57FD3616}" srcOrd="0" destOrd="0" presId="urn:microsoft.com/office/officeart/2008/layout/LinedList"/>
    <dgm:cxn modelId="{5A44E051-E4D0-154B-9662-ED2C4437FA54}" type="presOf" srcId="{3C224C4D-2A5E-4303-92CA-C93E92644648}" destId="{9559A36F-643C-954A-BABF-9442C4973E8A}" srcOrd="0" destOrd="0" presId="urn:microsoft.com/office/officeart/2008/layout/LinedList"/>
    <dgm:cxn modelId="{247FE351-67F1-46D2-A043-0335EE6732C5}" srcId="{850C8AE1-4C0E-4364-A41C-5FCD6EF5D5FF}" destId="{13466028-D7B9-4497-AAF0-451FB5506BAD}" srcOrd="0" destOrd="0" parTransId="{D10755FD-FA7D-47E0-9543-0CDE56CEE3FC}" sibTransId="{C68FF57C-A4E2-4E98-A751-C365B29E934D}"/>
    <dgm:cxn modelId="{474AEE59-33F2-4C4C-8973-499E9481E63A}" srcId="{850C8AE1-4C0E-4364-A41C-5FCD6EF5D5FF}" destId="{ACA53E21-EE60-4874-BE46-11DB1FAE87FF}" srcOrd="1" destOrd="0" parTransId="{6499238C-071A-4214-92AA-C23D06E43B63}" sibTransId="{69C86D80-7B04-4040-94C3-5F8DE5DE930D}"/>
    <dgm:cxn modelId="{54605E6E-B7F0-BD40-8618-AF303623D865}" type="presOf" srcId="{1A6E92DF-F367-4221-A6DE-F680839EC51E}" destId="{9AE3D415-ECDF-7B43-9214-E09712C50EB3}" srcOrd="0" destOrd="0" presId="urn:microsoft.com/office/officeart/2008/layout/LinedList"/>
    <dgm:cxn modelId="{04B61D72-4684-824A-9448-D9131BA8B4BB}" type="presOf" srcId="{C8D52EEE-2185-4F94-81E7-632345A25324}" destId="{89FDD1AE-3591-A348-AA24-4F4F23223B68}" srcOrd="0" destOrd="0" presId="urn:microsoft.com/office/officeart/2008/layout/LinedList"/>
    <dgm:cxn modelId="{FD691576-7CE0-4D59-B0E7-61EB3C5657A5}" srcId="{850C8AE1-4C0E-4364-A41C-5FCD6EF5D5FF}" destId="{60AE3729-8A71-492E-89DE-80D5275DD8AA}" srcOrd="5" destOrd="0" parTransId="{9BB8DCCB-78C0-43D4-846F-D9B276143859}" sibTransId="{A29C488B-884E-4C6C-BDC8-72B7D2D224E7}"/>
    <dgm:cxn modelId="{D4983381-A5C5-D946-A6AB-A203045D44A1}" type="presOf" srcId="{850C8AE1-4C0E-4364-A41C-5FCD6EF5D5FF}" destId="{8D146BD1-C853-284C-9EB0-A384492D048B}" srcOrd="0" destOrd="0" presId="urn:microsoft.com/office/officeart/2008/layout/LinedList"/>
    <dgm:cxn modelId="{F43AE29F-B8E6-45A7-8889-3BC6D2407ED9}" srcId="{850C8AE1-4C0E-4364-A41C-5FCD6EF5D5FF}" destId="{3C224C4D-2A5E-4303-92CA-C93E92644648}" srcOrd="4" destOrd="0" parTransId="{E0DA4AD9-CFC8-4FB6-B9F1-5EAE906D7756}" sibTransId="{AB37625C-86C4-49A2-ACEC-F92D913313A0}"/>
    <dgm:cxn modelId="{508F79C8-74C2-47F4-875D-08BC1CB0B5D7}" srcId="{850C8AE1-4C0E-4364-A41C-5FCD6EF5D5FF}" destId="{C8D52EEE-2185-4F94-81E7-632345A25324}" srcOrd="3" destOrd="0" parTransId="{D9E549B6-788D-4DE0-96D6-80D28242E3FD}" sibTransId="{5919EAEA-5087-43C7-B5B6-70C583447717}"/>
    <dgm:cxn modelId="{B17B0ADD-0385-9042-BF13-443A35B73074}" type="presOf" srcId="{EFF44B41-2F15-44C4-92B7-DF0EB3281081}" destId="{633D62B1-0991-BF49-8C06-47CB54E3F57B}" srcOrd="0" destOrd="0" presId="urn:microsoft.com/office/officeart/2008/layout/LinedList"/>
    <dgm:cxn modelId="{A0DE84DD-4A6E-8B4E-A48A-7990CA5F8245}" type="presOf" srcId="{60AE3729-8A71-492E-89DE-80D5275DD8AA}" destId="{D5CB9892-D465-CD4D-B255-BC54B6EDFAD7}" srcOrd="0" destOrd="0" presId="urn:microsoft.com/office/officeart/2008/layout/LinedList"/>
    <dgm:cxn modelId="{7513C634-24CB-1A4A-BB37-FF03B7016A99}" type="presParOf" srcId="{8D146BD1-C853-284C-9EB0-A384492D048B}" destId="{5D2D838C-5157-1846-9DB3-0B9BB8968637}" srcOrd="0" destOrd="0" presId="urn:microsoft.com/office/officeart/2008/layout/LinedList"/>
    <dgm:cxn modelId="{49A31D76-8EE5-F942-8EE8-98596E86EE8F}" type="presParOf" srcId="{8D146BD1-C853-284C-9EB0-A384492D048B}" destId="{24086DBB-BB52-004C-A867-23FA1FFB95FF}" srcOrd="1" destOrd="0" presId="urn:microsoft.com/office/officeart/2008/layout/LinedList"/>
    <dgm:cxn modelId="{7C376236-770C-7949-BFEF-93B11FDE27E7}" type="presParOf" srcId="{24086DBB-BB52-004C-A867-23FA1FFB95FF}" destId="{E6B6032F-B445-8842-B3B1-206D57FD3616}" srcOrd="0" destOrd="0" presId="urn:microsoft.com/office/officeart/2008/layout/LinedList"/>
    <dgm:cxn modelId="{ED21F4A3-9A3F-2E48-8727-89BA37D8E1B9}" type="presParOf" srcId="{24086DBB-BB52-004C-A867-23FA1FFB95FF}" destId="{BB6B06BB-AC7A-7D4B-B851-0B26727E2574}" srcOrd="1" destOrd="0" presId="urn:microsoft.com/office/officeart/2008/layout/LinedList"/>
    <dgm:cxn modelId="{93E02BB7-7CBE-1449-91A9-783D70C83E99}" type="presParOf" srcId="{8D146BD1-C853-284C-9EB0-A384492D048B}" destId="{4373EDD8-1371-2E4D-9F50-0A3182E65B50}" srcOrd="2" destOrd="0" presId="urn:microsoft.com/office/officeart/2008/layout/LinedList"/>
    <dgm:cxn modelId="{5055A3E3-AA5F-C74D-A5EA-DDEC8D016F9E}" type="presParOf" srcId="{8D146BD1-C853-284C-9EB0-A384492D048B}" destId="{D3D4314E-04EA-FF4B-8695-5F4C0336743A}" srcOrd="3" destOrd="0" presId="urn:microsoft.com/office/officeart/2008/layout/LinedList"/>
    <dgm:cxn modelId="{88189DB2-AF06-3841-A725-7D51A91DBE9C}" type="presParOf" srcId="{D3D4314E-04EA-FF4B-8695-5F4C0336743A}" destId="{82B68295-41E1-7948-8893-F89EC3DDF6D6}" srcOrd="0" destOrd="0" presId="urn:microsoft.com/office/officeart/2008/layout/LinedList"/>
    <dgm:cxn modelId="{1188711E-342C-9640-A152-0D41777B31BE}" type="presParOf" srcId="{D3D4314E-04EA-FF4B-8695-5F4C0336743A}" destId="{431315D5-EEDD-A445-9F72-7957B6DFB0DB}" srcOrd="1" destOrd="0" presId="urn:microsoft.com/office/officeart/2008/layout/LinedList"/>
    <dgm:cxn modelId="{FE6D45EA-80AE-3E4D-86DA-991869894858}" type="presParOf" srcId="{8D146BD1-C853-284C-9EB0-A384492D048B}" destId="{FA964A26-DE3D-CA44-84F6-FFF9375F173E}" srcOrd="4" destOrd="0" presId="urn:microsoft.com/office/officeart/2008/layout/LinedList"/>
    <dgm:cxn modelId="{7C0669E2-44C9-EA4C-9A24-D356F3C56EA4}" type="presParOf" srcId="{8D146BD1-C853-284C-9EB0-A384492D048B}" destId="{A2C49268-C6DC-734B-B9CB-2C8EA01A6E0A}" srcOrd="5" destOrd="0" presId="urn:microsoft.com/office/officeart/2008/layout/LinedList"/>
    <dgm:cxn modelId="{A31200D9-0F09-CD44-817C-5E97C8586202}" type="presParOf" srcId="{A2C49268-C6DC-734B-B9CB-2C8EA01A6E0A}" destId="{9AE3D415-ECDF-7B43-9214-E09712C50EB3}" srcOrd="0" destOrd="0" presId="urn:microsoft.com/office/officeart/2008/layout/LinedList"/>
    <dgm:cxn modelId="{1025A9E1-7DFB-794A-84CD-12C1BD4D0799}" type="presParOf" srcId="{A2C49268-C6DC-734B-B9CB-2C8EA01A6E0A}" destId="{6098D44C-9151-A14E-A0FF-F050BBC73DC3}" srcOrd="1" destOrd="0" presId="urn:microsoft.com/office/officeart/2008/layout/LinedList"/>
    <dgm:cxn modelId="{FF48FF9B-3552-544D-B0E4-0D91F5364186}" type="presParOf" srcId="{8D146BD1-C853-284C-9EB0-A384492D048B}" destId="{94A9D417-5BC8-6847-850B-0B6238AE178C}" srcOrd="6" destOrd="0" presId="urn:microsoft.com/office/officeart/2008/layout/LinedList"/>
    <dgm:cxn modelId="{5F8077E7-D3B7-D541-8414-E113F18C3EA1}" type="presParOf" srcId="{8D146BD1-C853-284C-9EB0-A384492D048B}" destId="{FE37F401-82F7-CC45-B0EF-0E2504BAF4B3}" srcOrd="7" destOrd="0" presId="urn:microsoft.com/office/officeart/2008/layout/LinedList"/>
    <dgm:cxn modelId="{60D12F6F-F5AB-1542-B436-5B9A3072A9B6}" type="presParOf" srcId="{FE37F401-82F7-CC45-B0EF-0E2504BAF4B3}" destId="{89FDD1AE-3591-A348-AA24-4F4F23223B68}" srcOrd="0" destOrd="0" presId="urn:microsoft.com/office/officeart/2008/layout/LinedList"/>
    <dgm:cxn modelId="{77EA33B0-2C92-D74D-B080-3D3EBAAC282B}" type="presParOf" srcId="{FE37F401-82F7-CC45-B0EF-0E2504BAF4B3}" destId="{68922405-655A-5142-99FE-DF2811BFB2E6}" srcOrd="1" destOrd="0" presId="urn:microsoft.com/office/officeart/2008/layout/LinedList"/>
    <dgm:cxn modelId="{32EB3C0F-7345-AB47-96C4-5A422E404842}" type="presParOf" srcId="{8D146BD1-C853-284C-9EB0-A384492D048B}" destId="{EA63D14E-0367-0B4E-9DBC-004ED7A49609}" srcOrd="8" destOrd="0" presId="urn:microsoft.com/office/officeart/2008/layout/LinedList"/>
    <dgm:cxn modelId="{8CCEC0FB-8F3A-8341-8AE7-8770D2ED8F0A}" type="presParOf" srcId="{8D146BD1-C853-284C-9EB0-A384492D048B}" destId="{8E25B53D-EDFE-B74F-9852-8E963E9BE6D1}" srcOrd="9" destOrd="0" presId="urn:microsoft.com/office/officeart/2008/layout/LinedList"/>
    <dgm:cxn modelId="{439AE8FA-887C-8A45-B4DC-3D29F7243D11}" type="presParOf" srcId="{8E25B53D-EDFE-B74F-9852-8E963E9BE6D1}" destId="{9559A36F-643C-954A-BABF-9442C4973E8A}" srcOrd="0" destOrd="0" presId="urn:microsoft.com/office/officeart/2008/layout/LinedList"/>
    <dgm:cxn modelId="{A0D908C2-EC28-464E-A7E8-6810FD2FD5A5}" type="presParOf" srcId="{8E25B53D-EDFE-B74F-9852-8E963E9BE6D1}" destId="{11FD85FC-C5C5-0347-A31E-883E9CE250DA}" srcOrd="1" destOrd="0" presId="urn:microsoft.com/office/officeart/2008/layout/LinedList"/>
    <dgm:cxn modelId="{39B0B938-2E80-7840-AE35-BE1F4C08E26D}" type="presParOf" srcId="{8D146BD1-C853-284C-9EB0-A384492D048B}" destId="{2F41025E-7C7B-E24F-84FF-D7617036E8A6}" srcOrd="10" destOrd="0" presId="urn:microsoft.com/office/officeart/2008/layout/LinedList"/>
    <dgm:cxn modelId="{293D9653-9F20-3749-BA7B-4EA7B83F850A}" type="presParOf" srcId="{8D146BD1-C853-284C-9EB0-A384492D048B}" destId="{7B2B9057-381E-144D-AFAB-512D391374A0}" srcOrd="11" destOrd="0" presId="urn:microsoft.com/office/officeart/2008/layout/LinedList"/>
    <dgm:cxn modelId="{DBF7E6D0-0537-6642-8F64-AD8C2654A55B}" type="presParOf" srcId="{7B2B9057-381E-144D-AFAB-512D391374A0}" destId="{D5CB9892-D465-CD4D-B255-BC54B6EDFAD7}" srcOrd="0" destOrd="0" presId="urn:microsoft.com/office/officeart/2008/layout/LinedList"/>
    <dgm:cxn modelId="{F5139E80-E634-514A-B135-88C0FCBA0951}" type="presParOf" srcId="{7B2B9057-381E-144D-AFAB-512D391374A0}" destId="{B90498D5-B054-DB49-B431-26FF194CCBAC}" srcOrd="1" destOrd="0" presId="urn:microsoft.com/office/officeart/2008/layout/LinedList"/>
    <dgm:cxn modelId="{D9DA62EC-1776-E840-9CFB-69475DA30DFB}" type="presParOf" srcId="{8D146BD1-C853-284C-9EB0-A384492D048B}" destId="{EE906CC3-55CC-FF40-8964-929601B5E5AA}" srcOrd="12" destOrd="0" presId="urn:microsoft.com/office/officeart/2008/layout/LinedList"/>
    <dgm:cxn modelId="{99101F27-4DD5-4141-81E4-01ABFB5D8205}" type="presParOf" srcId="{8D146BD1-C853-284C-9EB0-A384492D048B}" destId="{FFCE3BD8-20E8-3F4E-82AD-A35C6DD77BBA}" srcOrd="13" destOrd="0" presId="urn:microsoft.com/office/officeart/2008/layout/LinedList"/>
    <dgm:cxn modelId="{ADC781F5-004A-B248-9686-DE718C3B5BB7}" type="presParOf" srcId="{FFCE3BD8-20E8-3F4E-82AD-A35C6DD77BBA}" destId="{633D62B1-0991-BF49-8C06-47CB54E3F57B}" srcOrd="0" destOrd="0" presId="urn:microsoft.com/office/officeart/2008/layout/LinedList"/>
    <dgm:cxn modelId="{7053B511-D633-EE4B-9B0B-B96EFD651AB9}" type="presParOf" srcId="{FFCE3BD8-20E8-3F4E-82AD-A35C6DD77BBA}" destId="{B0C97B2E-D15E-9B45-87A1-78E2E34E03A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067EE1-BD38-4333-A70A-95047F237E74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381B3F9-CC5F-44BF-8B33-1A9DAE2C43FC}">
      <dgm:prSet/>
      <dgm:spPr/>
      <dgm:t>
        <a:bodyPr/>
        <a:lstStyle/>
        <a:p>
          <a:r>
            <a:rPr lang="en-US" b="0" i="0" baseline="0"/>
            <a:t>Metrics (Prometheus) </a:t>
          </a:r>
          <a:endParaRPr lang="en-US"/>
        </a:p>
      </dgm:t>
    </dgm:pt>
    <dgm:pt modelId="{56F69F69-95EE-4B0C-96D4-753FD41F581D}" type="parTrans" cxnId="{4D77CA3B-9890-4A4B-847B-12266D22171A}">
      <dgm:prSet/>
      <dgm:spPr/>
      <dgm:t>
        <a:bodyPr/>
        <a:lstStyle/>
        <a:p>
          <a:endParaRPr lang="en-US"/>
        </a:p>
      </dgm:t>
    </dgm:pt>
    <dgm:pt modelId="{F5A8810F-16EA-45E5-82A3-32F31FBD9B68}" type="sibTrans" cxnId="{4D77CA3B-9890-4A4B-847B-12266D22171A}">
      <dgm:prSet/>
      <dgm:spPr/>
      <dgm:t>
        <a:bodyPr/>
        <a:lstStyle/>
        <a:p>
          <a:endParaRPr lang="en-US"/>
        </a:p>
      </dgm:t>
    </dgm:pt>
    <dgm:pt modelId="{89C31C57-756A-42FE-9045-CB640C223CCD}">
      <dgm:prSet/>
      <dgm:spPr/>
      <dgm:t>
        <a:bodyPr/>
        <a:lstStyle/>
        <a:p>
          <a:r>
            <a:rPr lang="en-US" b="0" i="0" baseline="0"/>
            <a:t>Alerts</a:t>
          </a:r>
          <a:endParaRPr lang="en-US"/>
        </a:p>
      </dgm:t>
    </dgm:pt>
    <dgm:pt modelId="{D1D8FE7A-11FD-4571-90EF-61D81A8358FD}" type="parTrans" cxnId="{A9364EB1-8A30-4948-A0FE-58E41E8D1065}">
      <dgm:prSet/>
      <dgm:spPr/>
      <dgm:t>
        <a:bodyPr/>
        <a:lstStyle/>
        <a:p>
          <a:endParaRPr lang="en-US"/>
        </a:p>
      </dgm:t>
    </dgm:pt>
    <dgm:pt modelId="{940C4853-58A4-4FA4-8270-3C5FE6FB5E03}" type="sibTrans" cxnId="{A9364EB1-8A30-4948-A0FE-58E41E8D1065}">
      <dgm:prSet/>
      <dgm:spPr/>
      <dgm:t>
        <a:bodyPr/>
        <a:lstStyle/>
        <a:p>
          <a:endParaRPr lang="en-US"/>
        </a:p>
      </dgm:t>
    </dgm:pt>
    <dgm:pt modelId="{0AC4C09E-1BB7-44D1-AE47-C4B3DB16719E}">
      <dgm:prSet/>
      <dgm:spPr/>
      <dgm:t>
        <a:bodyPr/>
        <a:lstStyle/>
        <a:p>
          <a:r>
            <a:rPr lang="en-US"/>
            <a:t>Monitoring Argo CD </a:t>
          </a:r>
        </a:p>
      </dgm:t>
    </dgm:pt>
    <dgm:pt modelId="{8E8BE6B5-E37D-4695-A5A3-7711385B9822}" type="parTrans" cxnId="{DBD2BA75-F5FA-4BCD-AA0F-41031A117016}">
      <dgm:prSet/>
      <dgm:spPr/>
      <dgm:t>
        <a:bodyPr/>
        <a:lstStyle/>
        <a:p>
          <a:endParaRPr lang="en-US"/>
        </a:p>
      </dgm:t>
    </dgm:pt>
    <dgm:pt modelId="{8E75EC5D-9D04-4CB3-BA2C-624FE1282199}" type="sibTrans" cxnId="{DBD2BA75-F5FA-4BCD-AA0F-41031A117016}">
      <dgm:prSet/>
      <dgm:spPr/>
      <dgm:t>
        <a:bodyPr/>
        <a:lstStyle/>
        <a:p>
          <a:endParaRPr lang="en-US"/>
        </a:p>
      </dgm:t>
    </dgm:pt>
    <dgm:pt modelId="{76259D0C-0D51-4852-B53C-3069DDAD5026}">
      <dgm:prSet/>
      <dgm:spPr/>
      <dgm:t>
        <a:bodyPr/>
        <a:lstStyle/>
        <a:p>
          <a:r>
            <a:rPr lang="en-US"/>
            <a:t>Logs &amp; debugging </a:t>
          </a:r>
        </a:p>
      </dgm:t>
    </dgm:pt>
    <dgm:pt modelId="{A2A3AA3D-9982-4CE3-97A6-BA3C8B15FC7A}" type="parTrans" cxnId="{E879316A-2FA0-4847-B277-BD1FE06F6829}">
      <dgm:prSet/>
      <dgm:spPr/>
      <dgm:t>
        <a:bodyPr/>
        <a:lstStyle/>
        <a:p>
          <a:endParaRPr lang="en-US"/>
        </a:p>
      </dgm:t>
    </dgm:pt>
    <dgm:pt modelId="{F27BC016-988D-45A0-A76A-DB09B9E123D5}" type="sibTrans" cxnId="{E879316A-2FA0-4847-B277-BD1FE06F6829}">
      <dgm:prSet/>
      <dgm:spPr/>
      <dgm:t>
        <a:bodyPr/>
        <a:lstStyle/>
        <a:p>
          <a:endParaRPr lang="en-US"/>
        </a:p>
      </dgm:t>
    </dgm:pt>
    <dgm:pt modelId="{3DD46040-2421-4FEC-9F79-F58DA8781364}">
      <dgm:prSet/>
      <dgm:spPr/>
      <dgm:t>
        <a:bodyPr/>
        <a:lstStyle/>
        <a:p>
          <a:r>
            <a:rPr lang="en-US"/>
            <a:t>Application health checks</a:t>
          </a:r>
        </a:p>
      </dgm:t>
    </dgm:pt>
    <dgm:pt modelId="{8000F953-C3E5-4B1B-9CF2-9AE3DE70EB85}" type="parTrans" cxnId="{4630F9B8-264E-4BC8-AF18-2C137CF7DB9C}">
      <dgm:prSet/>
      <dgm:spPr/>
      <dgm:t>
        <a:bodyPr/>
        <a:lstStyle/>
        <a:p>
          <a:endParaRPr lang="en-US"/>
        </a:p>
      </dgm:t>
    </dgm:pt>
    <dgm:pt modelId="{1B2EE729-2D21-49B3-BDB8-F7A2DDA4BC9C}" type="sibTrans" cxnId="{4630F9B8-264E-4BC8-AF18-2C137CF7DB9C}">
      <dgm:prSet/>
      <dgm:spPr/>
      <dgm:t>
        <a:bodyPr/>
        <a:lstStyle/>
        <a:p>
          <a:endParaRPr lang="en-US"/>
        </a:p>
      </dgm:t>
    </dgm:pt>
    <dgm:pt modelId="{DFAADDFD-A00E-4F87-A037-42D5EEF2897F}">
      <dgm:prSet/>
      <dgm:spPr/>
      <dgm:t>
        <a:bodyPr/>
        <a:lstStyle/>
        <a:p>
          <a:r>
            <a:rPr lang="en-US" b="0" i="0" baseline="0"/>
            <a:t>Argo Events </a:t>
          </a:r>
          <a:endParaRPr lang="en-US"/>
        </a:p>
      </dgm:t>
    </dgm:pt>
    <dgm:pt modelId="{95EC04DF-D92D-4DA8-8ED5-57E2862072E1}" type="parTrans" cxnId="{D402BE0E-1ABA-45AC-9C40-4E8E35AC2F16}">
      <dgm:prSet/>
      <dgm:spPr/>
      <dgm:t>
        <a:bodyPr/>
        <a:lstStyle/>
        <a:p>
          <a:endParaRPr lang="en-US"/>
        </a:p>
      </dgm:t>
    </dgm:pt>
    <dgm:pt modelId="{0F0B4BA9-5628-4A10-9747-CE1D0581C513}" type="sibTrans" cxnId="{D402BE0E-1ABA-45AC-9C40-4E8E35AC2F16}">
      <dgm:prSet/>
      <dgm:spPr/>
      <dgm:t>
        <a:bodyPr/>
        <a:lstStyle/>
        <a:p>
          <a:endParaRPr lang="en-US"/>
        </a:p>
      </dgm:t>
    </dgm:pt>
    <dgm:pt modelId="{6ADAFD95-BF62-264F-A7C0-8BD5BDA39BBE}" type="pres">
      <dgm:prSet presAssocID="{29067EE1-BD38-4333-A70A-95047F237E74}" presName="diagram" presStyleCnt="0">
        <dgm:presLayoutVars>
          <dgm:dir/>
          <dgm:resizeHandles val="exact"/>
        </dgm:presLayoutVars>
      </dgm:prSet>
      <dgm:spPr/>
    </dgm:pt>
    <dgm:pt modelId="{0424447D-C645-2A4E-A505-430E521AEBC9}" type="pres">
      <dgm:prSet presAssocID="{E381B3F9-CC5F-44BF-8B33-1A9DAE2C43FC}" presName="node" presStyleLbl="node1" presStyleIdx="0" presStyleCnt="6">
        <dgm:presLayoutVars>
          <dgm:bulletEnabled val="1"/>
        </dgm:presLayoutVars>
      </dgm:prSet>
      <dgm:spPr/>
    </dgm:pt>
    <dgm:pt modelId="{A56C3217-34FE-0341-B886-4FF00741D0EF}" type="pres">
      <dgm:prSet presAssocID="{F5A8810F-16EA-45E5-82A3-32F31FBD9B68}" presName="sibTrans" presStyleCnt="0"/>
      <dgm:spPr/>
    </dgm:pt>
    <dgm:pt modelId="{D4192E0C-1276-C04D-8797-AD7F7229F426}" type="pres">
      <dgm:prSet presAssocID="{89C31C57-756A-42FE-9045-CB640C223CCD}" presName="node" presStyleLbl="node1" presStyleIdx="1" presStyleCnt="6">
        <dgm:presLayoutVars>
          <dgm:bulletEnabled val="1"/>
        </dgm:presLayoutVars>
      </dgm:prSet>
      <dgm:spPr/>
    </dgm:pt>
    <dgm:pt modelId="{04936727-7E91-6A42-85B8-D704F12CF26C}" type="pres">
      <dgm:prSet presAssocID="{940C4853-58A4-4FA4-8270-3C5FE6FB5E03}" presName="sibTrans" presStyleCnt="0"/>
      <dgm:spPr/>
    </dgm:pt>
    <dgm:pt modelId="{00AFE626-0D09-FA4B-A208-8D4AACB068B5}" type="pres">
      <dgm:prSet presAssocID="{0AC4C09E-1BB7-44D1-AE47-C4B3DB16719E}" presName="node" presStyleLbl="node1" presStyleIdx="2" presStyleCnt="6">
        <dgm:presLayoutVars>
          <dgm:bulletEnabled val="1"/>
        </dgm:presLayoutVars>
      </dgm:prSet>
      <dgm:spPr/>
    </dgm:pt>
    <dgm:pt modelId="{220EC962-E6FA-0949-BA20-E7B3BCCC3271}" type="pres">
      <dgm:prSet presAssocID="{8E75EC5D-9D04-4CB3-BA2C-624FE1282199}" presName="sibTrans" presStyleCnt="0"/>
      <dgm:spPr/>
    </dgm:pt>
    <dgm:pt modelId="{2C5EEA12-EC9F-194A-A4DD-62E5982A56A3}" type="pres">
      <dgm:prSet presAssocID="{76259D0C-0D51-4852-B53C-3069DDAD5026}" presName="node" presStyleLbl="node1" presStyleIdx="3" presStyleCnt="6">
        <dgm:presLayoutVars>
          <dgm:bulletEnabled val="1"/>
        </dgm:presLayoutVars>
      </dgm:prSet>
      <dgm:spPr/>
    </dgm:pt>
    <dgm:pt modelId="{988EB009-A6EC-2F48-A1ED-7110BF52D6F5}" type="pres">
      <dgm:prSet presAssocID="{F27BC016-988D-45A0-A76A-DB09B9E123D5}" presName="sibTrans" presStyleCnt="0"/>
      <dgm:spPr/>
    </dgm:pt>
    <dgm:pt modelId="{5868020A-0299-644A-9F30-509BE3DC0CE5}" type="pres">
      <dgm:prSet presAssocID="{3DD46040-2421-4FEC-9F79-F58DA8781364}" presName="node" presStyleLbl="node1" presStyleIdx="4" presStyleCnt="6">
        <dgm:presLayoutVars>
          <dgm:bulletEnabled val="1"/>
        </dgm:presLayoutVars>
      </dgm:prSet>
      <dgm:spPr/>
    </dgm:pt>
    <dgm:pt modelId="{FB53F70C-F08D-1740-BE00-6284B38D69D4}" type="pres">
      <dgm:prSet presAssocID="{1B2EE729-2D21-49B3-BDB8-F7A2DDA4BC9C}" presName="sibTrans" presStyleCnt="0"/>
      <dgm:spPr/>
    </dgm:pt>
    <dgm:pt modelId="{8ABFB36F-B02E-2E41-BE5C-561E55C333B7}" type="pres">
      <dgm:prSet presAssocID="{DFAADDFD-A00E-4F87-A037-42D5EEF2897F}" presName="node" presStyleLbl="node1" presStyleIdx="5" presStyleCnt="6">
        <dgm:presLayoutVars>
          <dgm:bulletEnabled val="1"/>
        </dgm:presLayoutVars>
      </dgm:prSet>
      <dgm:spPr/>
    </dgm:pt>
  </dgm:ptLst>
  <dgm:cxnLst>
    <dgm:cxn modelId="{F36EF207-8446-614C-88BB-541517DB2E87}" type="presOf" srcId="{DFAADDFD-A00E-4F87-A037-42D5EEF2897F}" destId="{8ABFB36F-B02E-2E41-BE5C-561E55C333B7}" srcOrd="0" destOrd="0" presId="urn:microsoft.com/office/officeart/2005/8/layout/default"/>
    <dgm:cxn modelId="{D402BE0E-1ABA-45AC-9C40-4E8E35AC2F16}" srcId="{29067EE1-BD38-4333-A70A-95047F237E74}" destId="{DFAADDFD-A00E-4F87-A037-42D5EEF2897F}" srcOrd="5" destOrd="0" parTransId="{95EC04DF-D92D-4DA8-8ED5-57E2862072E1}" sibTransId="{0F0B4BA9-5628-4A10-9747-CE1D0581C513}"/>
    <dgm:cxn modelId="{DD18491E-2631-8342-95D6-51B2F98FE8BF}" type="presOf" srcId="{3DD46040-2421-4FEC-9F79-F58DA8781364}" destId="{5868020A-0299-644A-9F30-509BE3DC0CE5}" srcOrd="0" destOrd="0" presId="urn:microsoft.com/office/officeart/2005/8/layout/default"/>
    <dgm:cxn modelId="{4D77CA3B-9890-4A4B-847B-12266D22171A}" srcId="{29067EE1-BD38-4333-A70A-95047F237E74}" destId="{E381B3F9-CC5F-44BF-8B33-1A9DAE2C43FC}" srcOrd="0" destOrd="0" parTransId="{56F69F69-95EE-4B0C-96D4-753FD41F581D}" sibTransId="{F5A8810F-16EA-45E5-82A3-32F31FBD9B68}"/>
    <dgm:cxn modelId="{967BAB62-7EF4-8C46-8301-F942E72D6024}" type="presOf" srcId="{29067EE1-BD38-4333-A70A-95047F237E74}" destId="{6ADAFD95-BF62-264F-A7C0-8BD5BDA39BBE}" srcOrd="0" destOrd="0" presId="urn:microsoft.com/office/officeart/2005/8/layout/default"/>
    <dgm:cxn modelId="{E879316A-2FA0-4847-B277-BD1FE06F6829}" srcId="{29067EE1-BD38-4333-A70A-95047F237E74}" destId="{76259D0C-0D51-4852-B53C-3069DDAD5026}" srcOrd="3" destOrd="0" parTransId="{A2A3AA3D-9982-4CE3-97A6-BA3C8B15FC7A}" sibTransId="{F27BC016-988D-45A0-A76A-DB09B9E123D5}"/>
    <dgm:cxn modelId="{DBD2BA75-F5FA-4BCD-AA0F-41031A117016}" srcId="{29067EE1-BD38-4333-A70A-95047F237E74}" destId="{0AC4C09E-1BB7-44D1-AE47-C4B3DB16719E}" srcOrd="2" destOrd="0" parTransId="{8E8BE6B5-E37D-4695-A5A3-7711385B9822}" sibTransId="{8E75EC5D-9D04-4CB3-BA2C-624FE1282199}"/>
    <dgm:cxn modelId="{75E3EE8B-806C-6A4A-ADAD-527F8B632DCC}" type="presOf" srcId="{76259D0C-0D51-4852-B53C-3069DDAD5026}" destId="{2C5EEA12-EC9F-194A-A4DD-62E5982A56A3}" srcOrd="0" destOrd="0" presId="urn:microsoft.com/office/officeart/2005/8/layout/default"/>
    <dgm:cxn modelId="{A9364EB1-8A30-4948-A0FE-58E41E8D1065}" srcId="{29067EE1-BD38-4333-A70A-95047F237E74}" destId="{89C31C57-756A-42FE-9045-CB640C223CCD}" srcOrd="1" destOrd="0" parTransId="{D1D8FE7A-11FD-4571-90EF-61D81A8358FD}" sibTransId="{940C4853-58A4-4FA4-8270-3C5FE6FB5E03}"/>
    <dgm:cxn modelId="{4630F9B8-264E-4BC8-AF18-2C137CF7DB9C}" srcId="{29067EE1-BD38-4333-A70A-95047F237E74}" destId="{3DD46040-2421-4FEC-9F79-F58DA8781364}" srcOrd="4" destOrd="0" parTransId="{8000F953-C3E5-4B1B-9CF2-9AE3DE70EB85}" sibTransId="{1B2EE729-2D21-49B3-BDB8-F7A2DDA4BC9C}"/>
    <dgm:cxn modelId="{42391CD3-40D7-3E47-8EF9-4AA955642357}" type="presOf" srcId="{0AC4C09E-1BB7-44D1-AE47-C4B3DB16719E}" destId="{00AFE626-0D09-FA4B-A208-8D4AACB068B5}" srcOrd="0" destOrd="0" presId="urn:microsoft.com/office/officeart/2005/8/layout/default"/>
    <dgm:cxn modelId="{4A9ABEEF-6017-7947-8C8B-4BEA192FD8D4}" type="presOf" srcId="{E381B3F9-CC5F-44BF-8B33-1A9DAE2C43FC}" destId="{0424447D-C645-2A4E-A505-430E521AEBC9}" srcOrd="0" destOrd="0" presId="urn:microsoft.com/office/officeart/2005/8/layout/default"/>
    <dgm:cxn modelId="{398AC9F0-0B31-C14B-8913-3B3A26B32D3B}" type="presOf" srcId="{89C31C57-756A-42FE-9045-CB640C223CCD}" destId="{D4192E0C-1276-C04D-8797-AD7F7229F426}" srcOrd="0" destOrd="0" presId="urn:microsoft.com/office/officeart/2005/8/layout/default"/>
    <dgm:cxn modelId="{D55773F2-F5B7-774D-AB6B-989DDFD1F7E3}" type="presParOf" srcId="{6ADAFD95-BF62-264F-A7C0-8BD5BDA39BBE}" destId="{0424447D-C645-2A4E-A505-430E521AEBC9}" srcOrd="0" destOrd="0" presId="urn:microsoft.com/office/officeart/2005/8/layout/default"/>
    <dgm:cxn modelId="{F63B0DC0-FCBC-6640-961C-D3EB623DC823}" type="presParOf" srcId="{6ADAFD95-BF62-264F-A7C0-8BD5BDA39BBE}" destId="{A56C3217-34FE-0341-B886-4FF00741D0EF}" srcOrd="1" destOrd="0" presId="urn:microsoft.com/office/officeart/2005/8/layout/default"/>
    <dgm:cxn modelId="{AFBE4B56-2E38-A142-9B64-525730347EB9}" type="presParOf" srcId="{6ADAFD95-BF62-264F-A7C0-8BD5BDA39BBE}" destId="{D4192E0C-1276-C04D-8797-AD7F7229F426}" srcOrd="2" destOrd="0" presId="urn:microsoft.com/office/officeart/2005/8/layout/default"/>
    <dgm:cxn modelId="{2209444D-7E01-1A45-9844-57102E792585}" type="presParOf" srcId="{6ADAFD95-BF62-264F-A7C0-8BD5BDA39BBE}" destId="{04936727-7E91-6A42-85B8-D704F12CF26C}" srcOrd="3" destOrd="0" presId="urn:microsoft.com/office/officeart/2005/8/layout/default"/>
    <dgm:cxn modelId="{F9F48260-3DCC-B942-80C7-3CD758E9A3EB}" type="presParOf" srcId="{6ADAFD95-BF62-264F-A7C0-8BD5BDA39BBE}" destId="{00AFE626-0D09-FA4B-A208-8D4AACB068B5}" srcOrd="4" destOrd="0" presId="urn:microsoft.com/office/officeart/2005/8/layout/default"/>
    <dgm:cxn modelId="{D955E846-BC71-0E4C-B5B6-3F95B1DD8E6D}" type="presParOf" srcId="{6ADAFD95-BF62-264F-A7C0-8BD5BDA39BBE}" destId="{220EC962-E6FA-0949-BA20-E7B3BCCC3271}" srcOrd="5" destOrd="0" presId="urn:microsoft.com/office/officeart/2005/8/layout/default"/>
    <dgm:cxn modelId="{41550531-2FDC-984A-9BB3-332C545A47F3}" type="presParOf" srcId="{6ADAFD95-BF62-264F-A7C0-8BD5BDA39BBE}" destId="{2C5EEA12-EC9F-194A-A4DD-62E5982A56A3}" srcOrd="6" destOrd="0" presId="urn:microsoft.com/office/officeart/2005/8/layout/default"/>
    <dgm:cxn modelId="{3405A7AA-47E4-E24D-878D-D73BA4F67533}" type="presParOf" srcId="{6ADAFD95-BF62-264F-A7C0-8BD5BDA39BBE}" destId="{988EB009-A6EC-2F48-A1ED-7110BF52D6F5}" srcOrd="7" destOrd="0" presId="urn:microsoft.com/office/officeart/2005/8/layout/default"/>
    <dgm:cxn modelId="{9E105726-EC40-074B-A4E9-CAC1EAE73E55}" type="presParOf" srcId="{6ADAFD95-BF62-264F-A7C0-8BD5BDA39BBE}" destId="{5868020A-0299-644A-9F30-509BE3DC0CE5}" srcOrd="8" destOrd="0" presId="urn:microsoft.com/office/officeart/2005/8/layout/default"/>
    <dgm:cxn modelId="{9EDAF9AC-EA61-8049-94CD-BFFA441F4277}" type="presParOf" srcId="{6ADAFD95-BF62-264F-A7C0-8BD5BDA39BBE}" destId="{FB53F70C-F08D-1740-BE00-6284B38D69D4}" srcOrd="9" destOrd="0" presId="urn:microsoft.com/office/officeart/2005/8/layout/default"/>
    <dgm:cxn modelId="{7A1D21BA-5B73-994B-8551-087730E6871E}" type="presParOf" srcId="{6ADAFD95-BF62-264F-A7C0-8BD5BDA39BBE}" destId="{8ABFB36F-B02E-2E41-BE5C-561E55C333B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33B6E2-811A-4981-8F05-D4BFBCF4B340}" type="doc">
      <dgm:prSet loTypeId="urn:microsoft.com/office/officeart/2005/8/layout/hierarchy1" loCatId="hierarchy" qsTypeId="urn:microsoft.com/office/officeart/2005/8/quickstyle/simple4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10FBF999-FD52-4999-85A5-EF5D6152AEF8}">
      <dgm:prSet/>
      <dgm:spPr/>
      <dgm:t>
        <a:bodyPr/>
        <a:lstStyle/>
        <a:p>
          <a:r>
            <a:rPr lang="en-US" b="0" i="0" baseline="0"/>
            <a:t>Argo Rollouts (progressive delivery) </a:t>
          </a:r>
          <a:endParaRPr lang="en-US"/>
        </a:p>
      </dgm:t>
    </dgm:pt>
    <dgm:pt modelId="{1091B754-3F6F-401C-8E55-C4485199B906}" type="parTrans" cxnId="{D69D002B-91FB-420C-A7C1-0BA664F47008}">
      <dgm:prSet/>
      <dgm:spPr/>
      <dgm:t>
        <a:bodyPr/>
        <a:lstStyle/>
        <a:p>
          <a:endParaRPr lang="en-US"/>
        </a:p>
      </dgm:t>
    </dgm:pt>
    <dgm:pt modelId="{7AA0E092-2497-41BA-BCDB-AC5C6375BA01}" type="sibTrans" cxnId="{D69D002B-91FB-420C-A7C1-0BA664F47008}">
      <dgm:prSet/>
      <dgm:spPr/>
      <dgm:t>
        <a:bodyPr/>
        <a:lstStyle/>
        <a:p>
          <a:endParaRPr lang="en-US"/>
        </a:p>
      </dgm:t>
    </dgm:pt>
    <dgm:pt modelId="{C5CC5CBF-337D-4003-A67A-0F2D52D1F350}">
      <dgm:prSet/>
      <dgm:spPr/>
      <dgm:t>
        <a:bodyPr/>
        <a:lstStyle/>
        <a:p>
          <a:r>
            <a:rPr lang="en-US" b="0" i="0" baseline="0"/>
            <a:t>Blue-Green deployments </a:t>
          </a:r>
          <a:endParaRPr lang="en-US"/>
        </a:p>
      </dgm:t>
    </dgm:pt>
    <dgm:pt modelId="{2C0411A1-8488-470B-A9BA-AAB764A66279}" type="parTrans" cxnId="{7E5139B8-EB8B-4BFF-A3AC-F872B7F5ABD5}">
      <dgm:prSet/>
      <dgm:spPr/>
      <dgm:t>
        <a:bodyPr/>
        <a:lstStyle/>
        <a:p>
          <a:endParaRPr lang="en-US"/>
        </a:p>
      </dgm:t>
    </dgm:pt>
    <dgm:pt modelId="{A5BAA7D5-B241-46E0-969F-8F30B5535488}" type="sibTrans" cxnId="{7E5139B8-EB8B-4BFF-A3AC-F872B7F5ABD5}">
      <dgm:prSet/>
      <dgm:spPr/>
      <dgm:t>
        <a:bodyPr/>
        <a:lstStyle/>
        <a:p>
          <a:endParaRPr lang="en-US"/>
        </a:p>
      </dgm:t>
    </dgm:pt>
    <dgm:pt modelId="{73212441-9F50-48B4-9512-EA9AD132E83A}">
      <dgm:prSet/>
      <dgm:spPr/>
      <dgm:t>
        <a:bodyPr/>
        <a:lstStyle/>
        <a:p>
          <a:r>
            <a:rPr lang="en-US" b="0" i="0" baseline="0"/>
            <a:t>Canary deployments </a:t>
          </a:r>
          <a:endParaRPr lang="en-US"/>
        </a:p>
      </dgm:t>
    </dgm:pt>
    <dgm:pt modelId="{A660DF75-E356-4A83-963F-BF679C7EDC62}" type="parTrans" cxnId="{76300ABD-40EB-4862-9861-A524AD6A4CDE}">
      <dgm:prSet/>
      <dgm:spPr/>
      <dgm:t>
        <a:bodyPr/>
        <a:lstStyle/>
        <a:p>
          <a:endParaRPr lang="en-US"/>
        </a:p>
      </dgm:t>
    </dgm:pt>
    <dgm:pt modelId="{3A4EB7E4-5959-422B-B0F2-F53D002ACB21}" type="sibTrans" cxnId="{76300ABD-40EB-4862-9861-A524AD6A4CDE}">
      <dgm:prSet/>
      <dgm:spPr/>
      <dgm:t>
        <a:bodyPr/>
        <a:lstStyle/>
        <a:p>
          <a:endParaRPr lang="en-US"/>
        </a:p>
      </dgm:t>
    </dgm:pt>
    <dgm:pt modelId="{6897567E-8493-45E2-9489-AF9F67E25403}">
      <dgm:prSet/>
      <dgm:spPr/>
      <dgm:t>
        <a:bodyPr/>
        <a:lstStyle/>
        <a:p>
          <a:r>
            <a:rPr lang="en-US" b="0" i="0" baseline="0"/>
            <a:t>GitOps for microservices</a:t>
          </a:r>
          <a:endParaRPr lang="en-US"/>
        </a:p>
      </dgm:t>
    </dgm:pt>
    <dgm:pt modelId="{3414C023-1E72-4655-902A-0F310FC7B3C7}" type="parTrans" cxnId="{96C408A2-50DA-4B8F-A36C-1C15C50295D5}">
      <dgm:prSet/>
      <dgm:spPr/>
      <dgm:t>
        <a:bodyPr/>
        <a:lstStyle/>
        <a:p>
          <a:endParaRPr lang="en-US"/>
        </a:p>
      </dgm:t>
    </dgm:pt>
    <dgm:pt modelId="{73643D68-5CEB-4D1F-A672-2562F1E050D3}" type="sibTrans" cxnId="{96C408A2-50DA-4B8F-A36C-1C15C50295D5}">
      <dgm:prSet/>
      <dgm:spPr/>
      <dgm:t>
        <a:bodyPr/>
        <a:lstStyle/>
        <a:p>
          <a:endParaRPr lang="en-US"/>
        </a:p>
      </dgm:t>
    </dgm:pt>
    <dgm:pt modelId="{5EB5C9EE-2F92-4B41-946F-6407440A91B1}" type="pres">
      <dgm:prSet presAssocID="{2733B6E2-811A-4981-8F05-D4BFBCF4B34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0A11A21-CBED-6440-92B6-76543639C97A}" type="pres">
      <dgm:prSet presAssocID="{10FBF999-FD52-4999-85A5-EF5D6152AEF8}" presName="hierRoot1" presStyleCnt="0"/>
      <dgm:spPr/>
    </dgm:pt>
    <dgm:pt modelId="{CFF9DC91-8A1C-E942-BE19-1DD29EDE1DE6}" type="pres">
      <dgm:prSet presAssocID="{10FBF999-FD52-4999-85A5-EF5D6152AEF8}" presName="composite" presStyleCnt="0"/>
      <dgm:spPr/>
    </dgm:pt>
    <dgm:pt modelId="{6F2419A8-7477-8246-9581-2D4B71A803C4}" type="pres">
      <dgm:prSet presAssocID="{10FBF999-FD52-4999-85A5-EF5D6152AEF8}" presName="background" presStyleLbl="node0" presStyleIdx="0" presStyleCnt="4"/>
      <dgm:spPr/>
    </dgm:pt>
    <dgm:pt modelId="{85097023-E71A-6D48-94CC-D7FDE2AA88FA}" type="pres">
      <dgm:prSet presAssocID="{10FBF999-FD52-4999-85A5-EF5D6152AEF8}" presName="text" presStyleLbl="fgAcc0" presStyleIdx="0" presStyleCnt="4">
        <dgm:presLayoutVars>
          <dgm:chPref val="3"/>
        </dgm:presLayoutVars>
      </dgm:prSet>
      <dgm:spPr/>
    </dgm:pt>
    <dgm:pt modelId="{3A03247B-9A21-0B45-BA34-C0A9B48D8DAF}" type="pres">
      <dgm:prSet presAssocID="{10FBF999-FD52-4999-85A5-EF5D6152AEF8}" presName="hierChild2" presStyleCnt="0"/>
      <dgm:spPr/>
    </dgm:pt>
    <dgm:pt modelId="{11083C4E-5D0E-8246-A62B-283052A2D679}" type="pres">
      <dgm:prSet presAssocID="{C5CC5CBF-337D-4003-A67A-0F2D52D1F350}" presName="hierRoot1" presStyleCnt="0"/>
      <dgm:spPr/>
    </dgm:pt>
    <dgm:pt modelId="{8F7B665B-4C6E-C846-9B8B-9E2C2DCA34BC}" type="pres">
      <dgm:prSet presAssocID="{C5CC5CBF-337D-4003-A67A-0F2D52D1F350}" presName="composite" presStyleCnt="0"/>
      <dgm:spPr/>
    </dgm:pt>
    <dgm:pt modelId="{841FB4BA-22B8-8642-A7FE-940F36D823F4}" type="pres">
      <dgm:prSet presAssocID="{C5CC5CBF-337D-4003-A67A-0F2D52D1F350}" presName="background" presStyleLbl="node0" presStyleIdx="1" presStyleCnt="4"/>
      <dgm:spPr/>
    </dgm:pt>
    <dgm:pt modelId="{6C0FF3DA-9283-D448-9189-CEEB97AE2D4A}" type="pres">
      <dgm:prSet presAssocID="{C5CC5CBF-337D-4003-A67A-0F2D52D1F350}" presName="text" presStyleLbl="fgAcc0" presStyleIdx="1" presStyleCnt="4">
        <dgm:presLayoutVars>
          <dgm:chPref val="3"/>
        </dgm:presLayoutVars>
      </dgm:prSet>
      <dgm:spPr/>
    </dgm:pt>
    <dgm:pt modelId="{478BE9B2-198D-8144-ADDE-4468D2609620}" type="pres">
      <dgm:prSet presAssocID="{C5CC5CBF-337D-4003-A67A-0F2D52D1F350}" presName="hierChild2" presStyleCnt="0"/>
      <dgm:spPr/>
    </dgm:pt>
    <dgm:pt modelId="{97FEBD65-8EC5-2742-A9BF-A65FB5E9DA38}" type="pres">
      <dgm:prSet presAssocID="{73212441-9F50-48B4-9512-EA9AD132E83A}" presName="hierRoot1" presStyleCnt="0"/>
      <dgm:spPr/>
    </dgm:pt>
    <dgm:pt modelId="{E3A04FA1-E5D0-6146-B451-76C60DF31DC9}" type="pres">
      <dgm:prSet presAssocID="{73212441-9F50-48B4-9512-EA9AD132E83A}" presName="composite" presStyleCnt="0"/>
      <dgm:spPr/>
    </dgm:pt>
    <dgm:pt modelId="{6C909978-D302-4341-A95C-5E10C839CBC3}" type="pres">
      <dgm:prSet presAssocID="{73212441-9F50-48B4-9512-EA9AD132E83A}" presName="background" presStyleLbl="node0" presStyleIdx="2" presStyleCnt="4"/>
      <dgm:spPr/>
    </dgm:pt>
    <dgm:pt modelId="{8FBA8A0E-30AC-2A41-BDD1-2ACCDD1FF690}" type="pres">
      <dgm:prSet presAssocID="{73212441-9F50-48B4-9512-EA9AD132E83A}" presName="text" presStyleLbl="fgAcc0" presStyleIdx="2" presStyleCnt="4">
        <dgm:presLayoutVars>
          <dgm:chPref val="3"/>
        </dgm:presLayoutVars>
      </dgm:prSet>
      <dgm:spPr/>
    </dgm:pt>
    <dgm:pt modelId="{79FF23BF-22B2-C44C-B1F2-8E11B0843361}" type="pres">
      <dgm:prSet presAssocID="{73212441-9F50-48B4-9512-EA9AD132E83A}" presName="hierChild2" presStyleCnt="0"/>
      <dgm:spPr/>
    </dgm:pt>
    <dgm:pt modelId="{95494430-8DB9-4C41-9459-F31A63422415}" type="pres">
      <dgm:prSet presAssocID="{6897567E-8493-45E2-9489-AF9F67E25403}" presName="hierRoot1" presStyleCnt="0"/>
      <dgm:spPr/>
    </dgm:pt>
    <dgm:pt modelId="{21F1FA41-B107-5440-9492-339858576AE1}" type="pres">
      <dgm:prSet presAssocID="{6897567E-8493-45E2-9489-AF9F67E25403}" presName="composite" presStyleCnt="0"/>
      <dgm:spPr/>
    </dgm:pt>
    <dgm:pt modelId="{C986228E-C627-C346-9FE3-A92054054ED6}" type="pres">
      <dgm:prSet presAssocID="{6897567E-8493-45E2-9489-AF9F67E25403}" presName="background" presStyleLbl="node0" presStyleIdx="3" presStyleCnt="4"/>
      <dgm:spPr/>
    </dgm:pt>
    <dgm:pt modelId="{78914837-E50E-AD48-8D13-9BC8228C2F1B}" type="pres">
      <dgm:prSet presAssocID="{6897567E-8493-45E2-9489-AF9F67E25403}" presName="text" presStyleLbl="fgAcc0" presStyleIdx="3" presStyleCnt="4">
        <dgm:presLayoutVars>
          <dgm:chPref val="3"/>
        </dgm:presLayoutVars>
      </dgm:prSet>
      <dgm:spPr/>
    </dgm:pt>
    <dgm:pt modelId="{7E6553C3-5B0F-C24A-BA17-E44771458258}" type="pres">
      <dgm:prSet presAssocID="{6897567E-8493-45E2-9489-AF9F67E25403}" presName="hierChild2" presStyleCnt="0"/>
      <dgm:spPr/>
    </dgm:pt>
  </dgm:ptLst>
  <dgm:cxnLst>
    <dgm:cxn modelId="{C958EE18-3017-9442-9BAD-DE25E51EEA55}" type="presOf" srcId="{6897567E-8493-45E2-9489-AF9F67E25403}" destId="{78914837-E50E-AD48-8D13-9BC8228C2F1B}" srcOrd="0" destOrd="0" presId="urn:microsoft.com/office/officeart/2005/8/layout/hierarchy1"/>
    <dgm:cxn modelId="{D69D002B-91FB-420C-A7C1-0BA664F47008}" srcId="{2733B6E2-811A-4981-8F05-D4BFBCF4B340}" destId="{10FBF999-FD52-4999-85A5-EF5D6152AEF8}" srcOrd="0" destOrd="0" parTransId="{1091B754-3F6F-401C-8E55-C4485199B906}" sibTransId="{7AA0E092-2497-41BA-BCDB-AC5C6375BA01}"/>
    <dgm:cxn modelId="{05B00F2D-CA15-0E42-B052-ECFFE1A0D3C3}" type="presOf" srcId="{2733B6E2-811A-4981-8F05-D4BFBCF4B340}" destId="{5EB5C9EE-2F92-4B41-946F-6407440A91B1}" srcOrd="0" destOrd="0" presId="urn:microsoft.com/office/officeart/2005/8/layout/hierarchy1"/>
    <dgm:cxn modelId="{372C4343-321E-7B41-B462-F6B545DBAE18}" type="presOf" srcId="{73212441-9F50-48B4-9512-EA9AD132E83A}" destId="{8FBA8A0E-30AC-2A41-BDD1-2ACCDD1FF690}" srcOrd="0" destOrd="0" presId="urn:microsoft.com/office/officeart/2005/8/layout/hierarchy1"/>
    <dgm:cxn modelId="{7E49187C-D830-C249-B95F-4167E8B1C3B2}" type="presOf" srcId="{C5CC5CBF-337D-4003-A67A-0F2D52D1F350}" destId="{6C0FF3DA-9283-D448-9189-CEEB97AE2D4A}" srcOrd="0" destOrd="0" presId="urn:microsoft.com/office/officeart/2005/8/layout/hierarchy1"/>
    <dgm:cxn modelId="{96C408A2-50DA-4B8F-A36C-1C15C50295D5}" srcId="{2733B6E2-811A-4981-8F05-D4BFBCF4B340}" destId="{6897567E-8493-45E2-9489-AF9F67E25403}" srcOrd="3" destOrd="0" parTransId="{3414C023-1E72-4655-902A-0F310FC7B3C7}" sibTransId="{73643D68-5CEB-4D1F-A672-2562F1E050D3}"/>
    <dgm:cxn modelId="{7E5139B8-EB8B-4BFF-A3AC-F872B7F5ABD5}" srcId="{2733B6E2-811A-4981-8F05-D4BFBCF4B340}" destId="{C5CC5CBF-337D-4003-A67A-0F2D52D1F350}" srcOrd="1" destOrd="0" parTransId="{2C0411A1-8488-470B-A9BA-AAB764A66279}" sibTransId="{A5BAA7D5-B241-46E0-969F-8F30B5535488}"/>
    <dgm:cxn modelId="{76300ABD-40EB-4862-9861-A524AD6A4CDE}" srcId="{2733B6E2-811A-4981-8F05-D4BFBCF4B340}" destId="{73212441-9F50-48B4-9512-EA9AD132E83A}" srcOrd="2" destOrd="0" parTransId="{A660DF75-E356-4A83-963F-BF679C7EDC62}" sibTransId="{3A4EB7E4-5959-422B-B0F2-F53D002ACB21}"/>
    <dgm:cxn modelId="{021CCFF2-A37B-0242-BA01-9E9B04CE37BA}" type="presOf" srcId="{10FBF999-FD52-4999-85A5-EF5D6152AEF8}" destId="{85097023-E71A-6D48-94CC-D7FDE2AA88FA}" srcOrd="0" destOrd="0" presId="urn:microsoft.com/office/officeart/2005/8/layout/hierarchy1"/>
    <dgm:cxn modelId="{2B4168D3-472A-714A-9FFB-36B3A83573B6}" type="presParOf" srcId="{5EB5C9EE-2F92-4B41-946F-6407440A91B1}" destId="{E0A11A21-CBED-6440-92B6-76543639C97A}" srcOrd="0" destOrd="0" presId="urn:microsoft.com/office/officeart/2005/8/layout/hierarchy1"/>
    <dgm:cxn modelId="{56CC928C-899F-3F43-BC4B-151F4143D28A}" type="presParOf" srcId="{E0A11A21-CBED-6440-92B6-76543639C97A}" destId="{CFF9DC91-8A1C-E942-BE19-1DD29EDE1DE6}" srcOrd="0" destOrd="0" presId="urn:microsoft.com/office/officeart/2005/8/layout/hierarchy1"/>
    <dgm:cxn modelId="{55B8B05B-A0ED-1A41-833C-FF76C3A5A872}" type="presParOf" srcId="{CFF9DC91-8A1C-E942-BE19-1DD29EDE1DE6}" destId="{6F2419A8-7477-8246-9581-2D4B71A803C4}" srcOrd="0" destOrd="0" presId="urn:microsoft.com/office/officeart/2005/8/layout/hierarchy1"/>
    <dgm:cxn modelId="{16062B62-57BF-D146-8D8A-CBD0D2A14A91}" type="presParOf" srcId="{CFF9DC91-8A1C-E942-BE19-1DD29EDE1DE6}" destId="{85097023-E71A-6D48-94CC-D7FDE2AA88FA}" srcOrd="1" destOrd="0" presId="urn:microsoft.com/office/officeart/2005/8/layout/hierarchy1"/>
    <dgm:cxn modelId="{0387A346-A12F-2E4B-A46F-BCDAF25A2A33}" type="presParOf" srcId="{E0A11A21-CBED-6440-92B6-76543639C97A}" destId="{3A03247B-9A21-0B45-BA34-C0A9B48D8DAF}" srcOrd="1" destOrd="0" presId="urn:microsoft.com/office/officeart/2005/8/layout/hierarchy1"/>
    <dgm:cxn modelId="{E548E8F3-E8F7-B548-A2CB-BB689059DEAE}" type="presParOf" srcId="{5EB5C9EE-2F92-4B41-946F-6407440A91B1}" destId="{11083C4E-5D0E-8246-A62B-283052A2D679}" srcOrd="1" destOrd="0" presId="urn:microsoft.com/office/officeart/2005/8/layout/hierarchy1"/>
    <dgm:cxn modelId="{6A0C0F44-5B6D-0548-B1B1-4826648DFAE1}" type="presParOf" srcId="{11083C4E-5D0E-8246-A62B-283052A2D679}" destId="{8F7B665B-4C6E-C846-9B8B-9E2C2DCA34BC}" srcOrd="0" destOrd="0" presId="urn:microsoft.com/office/officeart/2005/8/layout/hierarchy1"/>
    <dgm:cxn modelId="{628DB28A-C39E-7249-824B-CA4B6A1374CE}" type="presParOf" srcId="{8F7B665B-4C6E-C846-9B8B-9E2C2DCA34BC}" destId="{841FB4BA-22B8-8642-A7FE-940F36D823F4}" srcOrd="0" destOrd="0" presId="urn:microsoft.com/office/officeart/2005/8/layout/hierarchy1"/>
    <dgm:cxn modelId="{858265E8-688E-7343-A095-42C9CE9A8794}" type="presParOf" srcId="{8F7B665B-4C6E-C846-9B8B-9E2C2DCA34BC}" destId="{6C0FF3DA-9283-D448-9189-CEEB97AE2D4A}" srcOrd="1" destOrd="0" presId="urn:microsoft.com/office/officeart/2005/8/layout/hierarchy1"/>
    <dgm:cxn modelId="{CE63AA22-8E2D-6B45-ABFE-B5CAD3189097}" type="presParOf" srcId="{11083C4E-5D0E-8246-A62B-283052A2D679}" destId="{478BE9B2-198D-8144-ADDE-4468D2609620}" srcOrd="1" destOrd="0" presId="urn:microsoft.com/office/officeart/2005/8/layout/hierarchy1"/>
    <dgm:cxn modelId="{15D2B22C-04BB-9F49-9D1C-968DF14DB02F}" type="presParOf" srcId="{5EB5C9EE-2F92-4B41-946F-6407440A91B1}" destId="{97FEBD65-8EC5-2742-A9BF-A65FB5E9DA38}" srcOrd="2" destOrd="0" presId="urn:microsoft.com/office/officeart/2005/8/layout/hierarchy1"/>
    <dgm:cxn modelId="{262196DF-CE2A-7C44-9CAB-E50C3ED76A5A}" type="presParOf" srcId="{97FEBD65-8EC5-2742-A9BF-A65FB5E9DA38}" destId="{E3A04FA1-E5D0-6146-B451-76C60DF31DC9}" srcOrd="0" destOrd="0" presId="urn:microsoft.com/office/officeart/2005/8/layout/hierarchy1"/>
    <dgm:cxn modelId="{D9B363D8-C9D1-0547-B569-A847A082D97C}" type="presParOf" srcId="{E3A04FA1-E5D0-6146-B451-76C60DF31DC9}" destId="{6C909978-D302-4341-A95C-5E10C839CBC3}" srcOrd="0" destOrd="0" presId="urn:microsoft.com/office/officeart/2005/8/layout/hierarchy1"/>
    <dgm:cxn modelId="{F728F53A-0FC6-A249-B76D-E90BCFEC1879}" type="presParOf" srcId="{E3A04FA1-E5D0-6146-B451-76C60DF31DC9}" destId="{8FBA8A0E-30AC-2A41-BDD1-2ACCDD1FF690}" srcOrd="1" destOrd="0" presId="urn:microsoft.com/office/officeart/2005/8/layout/hierarchy1"/>
    <dgm:cxn modelId="{4AF0DC7B-A313-3B40-8E3C-E918271B2A30}" type="presParOf" srcId="{97FEBD65-8EC5-2742-A9BF-A65FB5E9DA38}" destId="{79FF23BF-22B2-C44C-B1F2-8E11B0843361}" srcOrd="1" destOrd="0" presId="urn:microsoft.com/office/officeart/2005/8/layout/hierarchy1"/>
    <dgm:cxn modelId="{641FD2D9-B565-274C-A4CA-08D0A8A3D828}" type="presParOf" srcId="{5EB5C9EE-2F92-4B41-946F-6407440A91B1}" destId="{95494430-8DB9-4C41-9459-F31A63422415}" srcOrd="3" destOrd="0" presId="urn:microsoft.com/office/officeart/2005/8/layout/hierarchy1"/>
    <dgm:cxn modelId="{DE76CB27-F256-534E-BFCE-841270809F92}" type="presParOf" srcId="{95494430-8DB9-4C41-9459-F31A63422415}" destId="{21F1FA41-B107-5440-9492-339858576AE1}" srcOrd="0" destOrd="0" presId="urn:microsoft.com/office/officeart/2005/8/layout/hierarchy1"/>
    <dgm:cxn modelId="{1DC867DA-80C4-D449-8C76-5AB365D2CAF5}" type="presParOf" srcId="{21F1FA41-B107-5440-9492-339858576AE1}" destId="{C986228E-C627-C346-9FE3-A92054054ED6}" srcOrd="0" destOrd="0" presId="urn:microsoft.com/office/officeart/2005/8/layout/hierarchy1"/>
    <dgm:cxn modelId="{22F2CC10-4B2F-024E-A9F6-31039EFEE3FF}" type="presParOf" srcId="{21F1FA41-B107-5440-9492-339858576AE1}" destId="{78914837-E50E-AD48-8D13-9BC8228C2F1B}" srcOrd="1" destOrd="0" presId="urn:microsoft.com/office/officeart/2005/8/layout/hierarchy1"/>
    <dgm:cxn modelId="{F6D78BCF-D335-E74C-A0FE-684A7F48E157}" type="presParOf" srcId="{95494430-8DB9-4C41-9459-F31A63422415}" destId="{7E6553C3-5B0F-C24A-BA17-E4477145825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F25C1F-A5EE-44C0-A944-15B1D7D64283}" type="doc">
      <dgm:prSet loTypeId="urn:microsoft.com/office/officeart/2005/8/layout/vList5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1C52870-671A-41AC-972E-D9D615C3EF80}">
      <dgm:prSet/>
      <dgm:spPr/>
      <dgm:t>
        <a:bodyPr/>
        <a:lstStyle/>
        <a:p>
          <a:r>
            <a:rPr lang="en-IN" b="1"/>
            <a:t>✅ Validate</a:t>
          </a:r>
          <a:endParaRPr lang="en-US"/>
        </a:p>
      </dgm:t>
    </dgm:pt>
    <dgm:pt modelId="{E8A40DE7-76E3-44C2-978B-F836711F4E29}" type="parTrans" cxnId="{28E7FAB9-46AF-40E1-885C-E0B29721D465}">
      <dgm:prSet/>
      <dgm:spPr/>
      <dgm:t>
        <a:bodyPr/>
        <a:lstStyle/>
        <a:p>
          <a:endParaRPr lang="en-US"/>
        </a:p>
      </dgm:t>
    </dgm:pt>
    <dgm:pt modelId="{065DB133-2F5A-4736-8477-E807CC941F3A}" type="sibTrans" cxnId="{28E7FAB9-46AF-40E1-885C-E0B29721D465}">
      <dgm:prSet/>
      <dgm:spPr/>
      <dgm:t>
        <a:bodyPr/>
        <a:lstStyle/>
        <a:p>
          <a:endParaRPr lang="en-US"/>
        </a:p>
      </dgm:t>
    </dgm:pt>
    <dgm:pt modelId="{72AA9F09-3B06-4F0B-B820-0C2C5741A7A4}">
      <dgm:prSet/>
      <dgm:spPr/>
      <dgm:t>
        <a:bodyPr/>
        <a:lstStyle/>
        <a:p>
          <a:r>
            <a:rPr lang="en-IN"/>
            <a:t>Block invalid configs </a:t>
          </a:r>
          <a:endParaRPr lang="en-US"/>
        </a:p>
      </dgm:t>
    </dgm:pt>
    <dgm:pt modelId="{2BF92570-A9EA-417A-A0DF-62823A25D13B}" type="parTrans" cxnId="{03AE1BD7-6147-4596-96D5-0EDE7C48F40D}">
      <dgm:prSet/>
      <dgm:spPr/>
      <dgm:t>
        <a:bodyPr/>
        <a:lstStyle/>
        <a:p>
          <a:endParaRPr lang="en-US"/>
        </a:p>
      </dgm:t>
    </dgm:pt>
    <dgm:pt modelId="{0BDAB4C7-D8CD-45DD-A8B4-60ABF2FB2192}" type="sibTrans" cxnId="{03AE1BD7-6147-4596-96D5-0EDE7C48F40D}">
      <dgm:prSet/>
      <dgm:spPr/>
      <dgm:t>
        <a:bodyPr/>
        <a:lstStyle/>
        <a:p>
          <a:endParaRPr lang="en-US"/>
        </a:p>
      </dgm:t>
    </dgm:pt>
    <dgm:pt modelId="{A0D9DB11-993B-4101-94EA-10D83FEA19A5}">
      <dgm:prSet/>
      <dgm:spPr/>
      <dgm:t>
        <a:bodyPr/>
        <a:lstStyle/>
        <a:p>
          <a:r>
            <a:rPr lang="en-IN"/>
            <a:t>Example: no root user </a:t>
          </a:r>
          <a:endParaRPr lang="en-US"/>
        </a:p>
      </dgm:t>
    </dgm:pt>
    <dgm:pt modelId="{DF950512-9CDE-48A3-AA78-284ACD6DB74F}" type="parTrans" cxnId="{260FE57D-0D3B-4AF5-80D9-AE7325EDC50D}">
      <dgm:prSet/>
      <dgm:spPr/>
      <dgm:t>
        <a:bodyPr/>
        <a:lstStyle/>
        <a:p>
          <a:endParaRPr lang="en-US"/>
        </a:p>
      </dgm:t>
    </dgm:pt>
    <dgm:pt modelId="{3F45C165-0E13-4B80-BC87-5C8556B01E9B}" type="sibTrans" cxnId="{260FE57D-0D3B-4AF5-80D9-AE7325EDC50D}">
      <dgm:prSet/>
      <dgm:spPr/>
      <dgm:t>
        <a:bodyPr/>
        <a:lstStyle/>
        <a:p>
          <a:endParaRPr lang="en-US"/>
        </a:p>
      </dgm:t>
    </dgm:pt>
    <dgm:pt modelId="{C88A8602-DDA7-4715-A0B1-A858E5551A12}">
      <dgm:prSet/>
      <dgm:spPr/>
      <dgm:t>
        <a:bodyPr/>
        <a:lstStyle/>
        <a:p>
          <a:r>
            <a:rPr lang="en-IN" b="1"/>
            <a:t>🔧 Mutate</a:t>
          </a:r>
          <a:endParaRPr lang="en-US"/>
        </a:p>
      </dgm:t>
    </dgm:pt>
    <dgm:pt modelId="{39645136-567A-4CF2-9E9E-7A31D9D07308}" type="parTrans" cxnId="{E66D2965-B8B5-4409-9988-61988613BCC9}">
      <dgm:prSet/>
      <dgm:spPr/>
      <dgm:t>
        <a:bodyPr/>
        <a:lstStyle/>
        <a:p>
          <a:endParaRPr lang="en-US"/>
        </a:p>
      </dgm:t>
    </dgm:pt>
    <dgm:pt modelId="{D9CE4257-2314-4925-ABC0-1E991FE576E5}" type="sibTrans" cxnId="{E66D2965-B8B5-4409-9988-61988613BCC9}">
      <dgm:prSet/>
      <dgm:spPr/>
      <dgm:t>
        <a:bodyPr/>
        <a:lstStyle/>
        <a:p>
          <a:endParaRPr lang="en-US"/>
        </a:p>
      </dgm:t>
    </dgm:pt>
    <dgm:pt modelId="{134373A0-4AB9-4390-B62E-9DA0EFD5A151}">
      <dgm:prSet/>
      <dgm:spPr/>
      <dgm:t>
        <a:bodyPr/>
        <a:lstStyle/>
        <a:p>
          <a:r>
            <a:rPr lang="en-IN"/>
            <a:t>Modify resources automatically </a:t>
          </a:r>
          <a:endParaRPr lang="en-US"/>
        </a:p>
      </dgm:t>
    </dgm:pt>
    <dgm:pt modelId="{600CE485-5553-4268-9182-93EDE034D908}" type="parTrans" cxnId="{604FDDB2-0BCB-44B0-A495-5583A3CA2539}">
      <dgm:prSet/>
      <dgm:spPr/>
      <dgm:t>
        <a:bodyPr/>
        <a:lstStyle/>
        <a:p>
          <a:endParaRPr lang="en-US"/>
        </a:p>
      </dgm:t>
    </dgm:pt>
    <dgm:pt modelId="{D7C3E277-5A2A-43F5-AB06-171C4EF5A55E}" type="sibTrans" cxnId="{604FDDB2-0BCB-44B0-A495-5583A3CA2539}">
      <dgm:prSet/>
      <dgm:spPr/>
      <dgm:t>
        <a:bodyPr/>
        <a:lstStyle/>
        <a:p>
          <a:endParaRPr lang="en-US"/>
        </a:p>
      </dgm:t>
    </dgm:pt>
    <dgm:pt modelId="{68BC1E6D-EFBD-462D-908A-C5D2631EE8EB}">
      <dgm:prSet/>
      <dgm:spPr/>
      <dgm:t>
        <a:bodyPr/>
        <a:lstStyle/>
        <a:p>
          <a:r>
            <a:rPr lang="en-IN"/>
            <a:t>Example: add labels </a:t>
          </a:r>
          <a:endParaRPr lang="en-US"/>
        </a:p>
      </dgm:t>
    </dgm:pt>
    <dgm:pt modelId="{93BD1DB0-F032-472A-848D-BBA35504AC00}" type="parTrans" cxnId="{BF7223FA-4D42-4F3A-851C-8249B09E07CC}">
      <dgm:prSet/>
      <dgm:spPr/>
      <dgm:t>
        <a:bodyPr/>
        <a:lstStyle/>
        <a:p>
          <a:endParaRPr lang="en-US"/>
        </a:p>
      </dgm:t>
    </dgm:pt>
    <dgm:pt modelId="{38118069-7264-4D93-A146-9A9EB0E783D9}" type="sibTrans" cxnId="{BF7223FA-4D42-4F3A-851C-8249B09E07CC}">
      <dgm:prSet/>
      <dgm:spPr/>
      <dgm:t>
        <a:bodyPr/>
        <a:lstStyle/>
        <a:p>
          <a:endParaRPr lang="en-US"/>
        </a:p>
      </dgm:t>
    </dgm:pt>
    <dgm:pt modelId="{7AA9BB9C-1303-43B7-A992-08E8D1A516DF}">
      <dgm:prSet/>
      <dgm:spPr/>
      <dgm:t>
        <a:bodyPr/>
        <a:lstStyle/>
        <a:p>
          <a:r>
            <a:rPr lang="en-IN" b="1"/>
            <a:t>🔄 Generate</a:t>
          </a:r>
          <a:endParaRPr lang="en-US"/>
        </a:p>
      </dgm:t>
    </dgm:pt>
    <dgm:pt modelId="{736269B6-D2C4-4236-B47F-4BD28FDBE4CF}" type="parTrans" cxnId="{BF3BA48F-F430-4A09-A4BD-9B96458BDE32}">
      <dgm:prSet/>
      <dgm:spPr/>
      <dgm:t>
        <a:bodyPr/>
        <a:lstStyle/>
        <a:p>
          <a:endParaRPr lang="en-US"/>
        </a:p>
      </dgm:t>
    </dgm:pt>
    <dgm:pt modelId="{112BDD47-3765-4706-A44E-2E19141DA260}" type="sibTrans" cxnId="{BF3BA48F-F430-4A09-A4BD-9B96458BDE32}">
      <dgm:prSet/>
      <dgm:spPr/>
      <dgm:t>
        <a:bodyPr/>
        <a:lstStyle/>
        <a:p>
          <a:endParaRPr lang="en-US"/>
        </a:p>
      </dgm:t>
    </dgm:pt>
    <dgm:pt modelId="{969EB473-6819-4F0A-BB4B-464A66420ABF}">
      <dgm:prSet/>
      <dgm:spPr/>
      <dgm:t>
        <a:bodyPr/>
        <a:lstStyle/>
        <a:p>
          <a:r>
            <a:rPr lang="en-IN"/>
            <a:t>Create resources automatically </a:t>
          </a:r>
          <a:endParaRPr lang="en-US"/>
        </a:p>
      </dgm:t>
    </dgm:pt>
    <dgm:pt modelId="{4E430101-D8C4-4106-A9BD-530229D2D204}" type="parTrans" cxnId="{9A616879-9460-49D3-B848-1695A5ACB0B9}">
      <dgm:prSet/>
      <dgm:spPr/>
      <dgm:t>
        <a:bodyPr/>
        <a:lstStyle/>
        <a:p>
          <a:endParaRPr lang="en-US"/>
        </a:p>
      </dgm:t>
    </dgm:pt>
    <dgm:pt modelId="{4BB762D6-69E9-4237-ADBB-CA0667E29902}" type="sibTrans" cxnId="{9A616879-9460-49D3-B848-1695A5ACB0B9}">
      <dgm:prSet/>
      <dgm:spPr/>
      <dgm:t>
        <a:bodyPr/>
        <a:lstStyle/>
        <a:p>
          <a:endParaRPr lang="en-US"/>
        </a:p>
      </dgm:t>
    </dgm:pt>
    <dgm:pt modelId="{EA18AFA4-65A9-49C9-A0FE-FA852587C40B}">
      <dgm:prSet/>
      <dgm:spPr/>
      <dgm:t>
        <a:bodyPr/>
        <a:lstStyle/>
        <a:p>
          <a:r>
            <a:rPr lang="en-IN"/>
            <a:t>Example: create NetworkPolicy</a:t>
          </a:r>
          <a:endParaRPr lang="en-US"/>
        </a:p>
      </dgm:t>
    </dgm:pt>
    <dgm:pt modelId="{34373962-8EE5-4AA0-8A99-16056E823F27}" type="parTrans" cxnId="{5D5669F7-5BA5-451D-BD0B-D15D38518FFF}">
      <dgm:prSet/>
      <dgm:spPr/>
      <dgm:t>
        <a:bodyPr/>
        <a:lstStyle/>
        <a:p>
          <a:endParaRPr lang="en-US"/>
        </a:p>
      </dgm:t>
    </dgm:pt>
    <dgm:pt modelId="{65BA7FDA-364D-40C7-AF9E-E287F88523F8}" type="sibTrans" cxnId="{5D5669F7-5BA5-451D-BD0B-D15D38518FFF}">
      <dgm:prSet/>
      <dgm:spPr/>
      <dgm:t>
        <a:bodyPr/>
        <a:lstStyle/>
        <a:p>
          <a:endParaRPr lang="en-US"/>
        </a:p>
      </dgm:t>
    </dgm:pt>
    <dgm:pt modelId="{B4323FD4-EE4A-7F4A-AA65-EBB03B297680}" type="pres">
      <dgm:prSet presAssocID="{54F25C1F-A5EE-44C0-A944-15B1D7D64283}" presName="Name0" presStyleCnt="0">
        <dgm:presLayoutVars>
          <dgm:dir/>
          <dgm:animLvl val="lvl"/>
          <dgm:resizeHandles val="exact"/>
        </dgm:presLayoutVars>
      </dgm:prSet>
      <dgm:spPr/>
    </dgm:pt>
    <dgm:pt modelId="{61C5249A-89B5-D547-BD35-B3F62F37CC26}" type="pres">
      <dgm:prSet presAssocID="{91C52870-671A-41AC-972E-D9D615C3EF80}" presName="linNode" presStyleCnt="0"/>
      <dgm:spPr/>
    </dgm:pt>
    <dgm:pt modelId="{306A7F56-DA69-E44E-8D43-288C72988CDE}" type="pres">
      <dgm:prSet presAssocID="{91C52870-671A-41AC-972E-D9D615C3EF8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1CC7AD7-FC77-DE43-907B-C03510E414A9}" type="pres">
      <dgm:prSet presAssocID="{91C52870-671A-41AC-972E-D9D615C3EF80}" presName="descendantText" presStyleLbl="alignAccFollowNode1" presStyleIdx="0" presStyleCnt="3">
        <dgm:presLayoutVars>
          <dgm:bulletEnabled val="1"/>
        </dgm:presLayoutVars>
      </dgm:prSet>
      <dgm:spPr/>
    </dgm:pt>
    <dgm:pt modelId="{B9D0C7C6-0FFF-2C43-B763-E039DB72AA9F}" type="pres">
      <dgm:prSet presAssocID="{065DB133-2F5A-4736-8477-E807CC941F3A}" presName="sp" presStyleCnt="0"/>
      <dgm:spPr/>
    </dgm:pt>
    <dgm:pt modelId="{DE5A66CB-623B-654F-AFB0-5CEBD7318602}" type="pres">
      <dgm:prSet presAssocID="{C88A8602-DDA7-4715-A0B1-A858E5551A12}" presName="linNode" presStyleCnt="0"/>
      <dgm:spPr/>
    </dgm:pt>
    <dgm:pt modelId="{30B1B621-BBA0-D44A-AD05-67284F0A1BF6}" type="pres">
      <dgm:prSet presAssocID="{C88A8602-DDA7-4715-A0B1-A858E5551A1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FB78F5D-4367-8447-B594-369F9E1D4159}" type="pres">
      <dgm:prSet presAssocID="{C88A8602-DDA7-4715-A0B1-A858E5551A12}" presName="descendantText" presStyleLbl="alignAccFollowNode1" presStyleIdx="1" presStyleCnt="3">
        <dgm:presLayoutVars>
          <dgm:bulletEnabled val="1"/>
        </dgm:presLayoutVars>
      </dgm:prSet>
      <dgm:spPr/>
    </dgm:pt>
    <dgm:pt modelId="{1243E970-EAB8-204B-923B-234F66EE7DBE}" type="pres">
      <dgm:prSet presAssocID="{D9CE4257-2314-4925-ABC0-1E991FE576E5}" presName="sp" presStyleCnt="0"/>
      <dgm:spPr/>
    </dgm:pt>
    <dgm:pt modelId="{7F99786D-D599-D045-8AC7-9E39861CAB82}" type="pres">
      <dgm:prSet presAssocID="{7AA9BB9C-1303-43B7-A992-08E8D1A516DF}" presName="linNode" presStyleCnt="0"/>
      <dgm:spPr/>
    </dgm:pt>
    <dgm:pt modelId="{AF48E010-53A0-5740-A6FB-5C07994F37D4}" type="pres">
      <dgm:prSet presAssocID="{7AA9BB9C-1303-43B7-A992-08E8D1A516D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ED793C0-0C48-C14E-8F28-EEF111F25764}" type="pres">
      <dgm:prSet presAssocID="{7AA9BB9C-1303-43B7-A992-08E8D1A516D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7B9EBC01-C5C6-4547-AFF2-BB8FCB1CEB9F}" type="presOf" srcId="{EA18AFA4-65A9-49C9-A0FE-FA852587C40B}" destId="{9ED793C0-0C48-C14E-8F28-EEF111F25764}" srcOrd="0" destOrd="1" presId="urn:microsoft.com/office/officeart/2005/8/layout/vList5"/>
    <dgm:cxn modelId="{0A490907-3496-7A4E-8F05-56532A27FA56}" type="presOf" srcId="{7AA9BB9C-1303-43B7-A992-08E8D1A516DF}" destId="{AF48E010-53A0-5740-A6FB-5C07994F37D4}" srcOrd="0" destOrd="0" presId="urn:microsoft.com/office/officeart/2005/8/layout/vList5"/>
    <dgm:cxn modelId="{E5155B36-EC3E-9849-91EF-4057AB7914D9}" type="presOf" srcId="{A0D9DB11-993B-4101-94EA-10D83FEA19A5}" destId="{91CC7AD7-FC77-DE43-907B-C03510E414A9}" srcOrd="0" destOrd="1" presId="urn:microsoft.com/office/officeart/2005/8/layout/vList5"/>
    <dgm:cxn modelId="{6824EE39-9F51-9D45-8D82-127ED81BD442}" type="presOf" srcId="{54F25C1F-A5EE-44C0-A944-15B1D7D64283}" destId="{B4323FD4-EE4A-7F4A-AA65-EBB03B297680}" srcOrd="0" destOrd="0" presId="urn:microsoft.com/office/officeart/2005/8/layout/vList5"/>
    <dgm:cxn modelId="{E66D2965-B8B5-4409-9988-61988613BCC9}" srcId="{54F25C1F-A5EE-44C0-A944-15B1D7D64283}" destId="{C88A8602-DDA7-4715-A0B1-A858E5551A12}" srcOrd="1" destOrd="0" parTransId="{39645136-567A-4CF2-9E9E-7A31D9D07308}" sibTransId="{D9CE4257-2314-4925-ABC0-1E991FE576E5}"/>
    <dgm:cxn modelId="{02E28969-058C-804A-B3D5-8C940EECCDEA}" type="presOf" srcId="{969EB473-6819-4F0A-BB4B-464A66420ABF}" destId="{9ED793C0-0C48-C14E-8F28-EEF111F25764}" srcOrd="0" destOrd="0" presId="urn:microsoft.com/office/officeart/2005/8/layout/vList5"/>
    <dgm:cxn modelId="{9A616879-9460-49D3-B848-1695A5ACB0B9}" srcId="{7AA9BB9C-1303-43B7-A992-08E8D1A516DF}" destId="{969EB473-6819-4F0A-BB4B-464A66420ABF}" srcOrd="0" destOrd="0" parTransId="{4E430101-D8C4-4106-A9BD-530229D2D204}" sibTransId="{4BB762D6-69E9-4237-ADBB-CA0667E29902}"/>
    <dgm:cxn modelId="{260FE57D-0D3B-4AF5-80D9-AE7325EDC50D}" srcId="{91C52870-671A-41AC-972E-D9D615C3EF80}" destId="{A0D9DB11-993B-4101-94EA-10D83FEA19A5}" srcOrd="1" destOrd="0" parTransId="{DF950512-9CDE-48A3-AA78-284ACD6DB74F}" sibTransId="{3F45C165-0E13-4B80-BC87-5C8556B01E9B}"/>
    <dgm:cxn modelId="{270D3185-013E-5748-BD11-724548F0BD30}" type="presOf" srcId="{91C52870-671A-41AC-972E-D9D615C3EF80}" destId="{306A7F56-DA69-E44E-8D43-288C72988CDE}" srcOrd="0" destOrd="0" presId="urn:microsoft.com/office/officeart/2005/8/layout/vList5"/>
    <dgm:cxn modelId="{BF3BA48F-F430-4A09-A4BD-9B96458BDE32}" srcId="{54F25C1F-A5EE-44C0-A944-15B1D7D64283}" destId="{7AA9BB9C-1303-43B7-A992-08E8D1A516DF}" srcOrd="2" destOrd="0" parTransId="{736269B6-D2C4-4236-B47F-4BD28FDBE4CF}" sibTransId="{112BDD47-3765-4706-A44E-2E19141DA260}"/>
    <dgm:cxn modelId="{604FDDB2-0BCB-44B0-A495-5583A3CA2539}" srcId="{C88A8602-DDA7-4715-A0B1-A858E5551A12}" destId="{134373A0-4AB9-4390-B62E-9DA0EFD5A151}" srcOrd="0" destOrd="0" parTransId="{600CE485-5553-4268-9182-93EDE034D908}" sibTransId="{D7C3E277-5A2A-43F5-AB06-171C4EF5A55E}"/>
    <dgm:cxn modelId="{B1C902B6-7CE2-ED4A-B32D-8B47E6751196}" type="presOf" srcId="{72AA9F09-3B06-4F0B-B820-0C2C5741A7A4}" destId="{91CC7AD7-FC77-DE43-907B-C03510E414A9}" srcOrd="0" destOrd="0" presId="urn:microsoft.com/office/officeart/2005/8/layout/vList5"/>
    <dgm:cxn modelId="{28E7FAB9-46AF-40E1-885C-E0B29721D465}" srcId="{54F25C1F-A5EE-44C0-A944-15B1D7D64283}" destId="{91C52870-671A-41AC-972E-D9D615C3EF80}" srcOrd="0" destOrd="0" parTransId="{E8A40DE7-76E3-44C2-978B-F836711F4E29}" sibTransId="{065DB133-2F5A-4736-8477-E807CC941F3A}"/>
    <dgm:cxn modelId="{03AE1BD7-6147-4596-96D5-0EDE7C48F40D}" srcId="{91C52870-671A-41AC-972E-D9D615C3EF80}" destId="{72AA9F09-3B06-4F0B-B820-0C2C5741A7A4}" srcOrd="0" destOrd="0" parTransId="{2BF92570-A9EA-417A-A0DF-62823A25D13B}" sibTransId="{0BDAB4C7-D8CD-45DD-A8B4-60ABF2FB2192}"/>
    <dgm:cxn modelId="{F663E3D9-456C-8D4F-B30F-459ADB8F6D58}" type="presOf" srcId="{134373A0-4AB9-4390-B62E-9DA0EFD5A151}" destId="{4FB78F5D-4367-8447-B594-369F9E1D4159}" srcOrd="0" destOrd="0" presId="urn:microsoft.com/office/officeart/2005/8/layout/vList5"/>
    <dgm:cxn modelId="{DA34EBDE-A8BF-0B42-BECF-8366DE160136}" type="presOf" srcId="{68BC1E6D-EFBD-462D-908A-C5D2631EE8EB}" destId="{4FB78F5D-4367-8447-B594-369F9E1D4159}" srcOrd="0" destOrd="1" presId="urn:microsoft.com/office/officeart/2005/8/layout/vList5"/>
    <dgm:cxn modelId="{5D5669F7-5BA5-451D-BD0B-D15D38518FFF}" srcId="{7AA9BB9C-1303-43B7-A992-08E8D1A516DF}" destId="{EA18AFA4-65A9-49C9-A0FE-FA852587C40B}" srcOrd="1" destOrd="0" parTransId="{34373962-8EE5-4AA0-8A99-16056E823F27}" sibTransId="{65BA7FDA-364D-40C7-AF9E-E287F88523F8}"/>
    <dgm:cxn modelId="{BF7223FA-4D42-4F3A-851C-8249B09E07CC}" srcId="{C88A8602-DDA7-4715-A0B1-A858E5551A12}" destId="{68BC1E6D-EFBD-462D-908A-C5D2631EE8EB}" srcOrd="1" destOrd="0" parTransId="{93BD1DB0-F032-472A-848D-BBA35504AC00}" sibTransId="{38118069-7264-4D93-A146-9A9EB0E783D9}"/>
    <dgm:cxn modelId="{B7E97FFF-4D87-814F-97F8-99BE72CEB981}" type="presOf" srcId="{C88A8602-DDA7-4715-A0B1-A858E5551A12}" destId="{30B1B621-BBA0-D44A-AD05-67284F0A1BF6}" srcOrd="0" destOrd="0" presId="urn:microsoft.com/office/officeart/2005/8/layout/vList5"/>
    <dgm:cxn modelId="{097E7DAE-688F-AA49-8F6A-F90D158F73CF}" type="presParOf" srcId="{B4323FD4-EE4A-7F4A-AA65-EBB03B297680}" destId="{61C5249A-89B5-D547-BD35-B3F62F37CC26}" srcOrd="0" destOrd="0" presId="urn:microsoft.com/office/officeart/2005/8/layout/vList5"/>
    <dgm:cxn modelId="{B3FECB69-3E05-E840-956D-436B97264BC6}" type="presParOf" srcId="{61C5249A-89B5-D547-BD35-B3F62F37CC26}" destId="{306A7F56-DA69-E44E-8D43-288C72988CDE}" srcOrd="0" destOrd="0" presId="urn:microsoft.com/office/officeart/2005/8/layout/vList5"/>
    <dgm:cxn modelId="{E5DE79DB-2EF3-5C46-869F-E68F45E0BBF6}" type="presParOf" srcId="{61C5249A-89B5-D547-BD35-B3F62F37CC26}" destId="{91CC7AD7-FC77-DE43-907B-C03510E414A9}" srcOrd="1" destOrd="0" presId="urn:microsoft.com/office/officeart/2005/8/layout/vList5"/>
    <dgm:cxn modelId="{8DCD2D2D-BB97-504B-9331-74469B57E86C}" type="presParOf" srcId="{B4323FD4-EE4A-7F4A-AA65-EBB03B297680}" destId="{B9D0C7C6-0FFF-2C43-B763-E039DB72AA9F}" srcOrd="1" destOrd="0" presId="urn:microsoft.com/office/officeart/2005/8/layout/vList5"/>
    <dgm:cxn modelId="{C18C6D67-8DB7-0540-98C1-4862F64DEDEE}" type="presParOf" srcId="{B4323FD4-EE4A-7F4A-AA65-EBB03B297680}" destId="{DE5A66CB-623B-654F-AFB0-5CEBD7318602}" srcOrd="2" destOrd="0" presId="urn:microsoft.com/office/officeart/2005/8/layout/vList5"/>
    <dgm:cxn modelId="{A8E72EA7-C93C-B349-91DE-A04C06D91D5A}" type="presParOf" srcId="{DE5A66CB-623B-654F-AFB0-5CEBD7318602}" destId="{30B1B621-BBA0-D44A-AD05-67284F0A1BF6}" srcOrd="0" destOrd="0" presId="urn:microsoft.com/office/officeart/2005/8/layout/vList5"/>
    <dgm:cxn modelId="{BB9E9C79-C5D7-CB46-92CF-05FCA56BC376}" type="presParOf" srcId="{DE5A66CB-623B-654F-AFB0-5CEBD7318602}" destId="{4FB78F5D-4367-8447-B594-369F9E1D4159}" srcOrd="1" destOrd="0" presId="urn:microsoft.com/office/officeart/2005/8/layout/vList5"/>
    <dgm:cxn modelId="{FC1E4CDD-F7C3-9B4F-809F-19D085902B98}" type="presParOf" srcId="{B4323FD4-EE4A-7F4A-AA65-EBB03B297680}" destId="{1243E970-EAB8-204B-923B-234F66EE7DBE}" srcOrd="3" destOrd="0" presId="urn:microsoft.com/office/officeart/2005/8/layout/vList5"/>
    <dgm:cxn modelId="{F1026909-2443-344E-B19E-2B681A8A506A}" type="presParOf" srcId="{B4323FD4-EE4A-7F4A-AA65-EBB03B297680}" destId="{7F99786D-D599-D045-8AC7-9E39861CAB82}" srcOrd="4" destOrd="0" presId="urn:microsoft.com/office/officeart/2005/8/layout/vList5"/>
    <dgm:cxn modelId="{E4A5210E-5667-DB44-BFDE-F3914734474B}" type="presParOf" srcId="{7F99786D-D599-D045-8AC7-9E39861CAB82}" destId="{AF48E010-53A0-5740-A6FB-5C07994F37D4}" srcOrd="0" destOrd="0" presId="urn:microsoft.com/office/officeart/2005/8/layout/vList5"/>
    <dgm:cxn modelId="{0EFB5C69-EB30-6F44-947F-9511A8B5CC85}" type="presParOf" srcId="{7F99786D-D599-D045-8AC7-9E39861CAB82}" destId="{9ED793C0-0C48-C14E-8F28-EEF111F2576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696F519-ED0E-4F3F-9001-9A2F6CD3F7F1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FA52E8C-A787-4B1E-8D2B-BF8A50E80EB1}">
      <dgm:prSet/>
      <dgm:spPr/>
      <dgm:t>
        <a:bodyPr/>
        <a:lstStyle/>
        <a:p>
          <a:r>
            <a:rPr lang="en-US"/>
            <a:t>Configure</a:t>
          </a:r>
        </a:p>
      </dgm:t>
    </dgm:pt>
    <dgm:pt modelId="{93A109A2-B33A-42B0-97EC-A2AD21016BDF}" type="parTrans" cxnId="{1F6492BE-7540-4437-A34E-FD87BA99BDE0}">
      <dgm:prSet/>
      <dgm:spPr/>
      <dgm:t>
        <a:bodyPr/>
        <a:lstStyle/>
        <a:p>
          <a:endParaRPr lang="en-US"/>
        </a:p>
      </dgm:t>
    </dgm:pt>
    <dgm:pt modelId="{B605BA60-D6B1-4851-98A1-72FB67B390B9}" type="sibTrans" cxnId="{1F6492BE-7540-4437-A34E-FD87BA99BDE0}">
      <dgm:prSet/>
      <dgm:spPr/>
      <dgm:t>
        <a:bodyPr/>
        <a:lstStyle/>
        <a:p>
          <a:endParaRPr lang="en-US"/>
        </a:p>
      </dgm:t>
    </dgm:pt>
    <dgm:pt modelId="{303B23D2-6907-495F-B036-6C0F2437B4A5}">
      <dgm:prSet/>
      <dgm:spPr/>
      <dgm:t>
        <a:bodyPr/>
        <a:lstStyle/>
        <a:p>
          <a:r>
            <a:rPr lang="en-US"/>
            <a:t>Configure readiness and liveness probes , Label checks, </a:t>
          </a:r>
        </a:p>
      </dgm:t>
    </dgm:pt>
    <dgm:pt modelId="{68AB3507-33B0-4244-B8E8-C3C522B53D7C}" type="parTrans" cxnId="{5EC7AB9C-AF6C-444D-B1AF-1A2C82FE1863}">
      <dgm:prSet/>
      <dgm:spPr/>
      <dgm:t>
        <a:bodyPr/>
        <a:lstStyle/>
        <a:p>
          <a:endParaRPr lang="en-US"/>
        </a:p>
      </dgm:t>
    </dgm:pt>
    <dgm:pt modelId="{C2A32735-1E15-4DA8-9681-07B085CE9FFB}" type="sibTrans" cxnId="{5EC7AB9C-AF6C-444D-B1AF-1A2C82FE1863}">
      <dgm:prSet/>
      <dgm:spPr/>
      <dgm:t>
        <a:bodyPr/>
        <a:lstStyle/>
        <a:p>
          <a:endParaRPr lang="en-US"/>
        </a:p>
      </dgm:t>
    </dgm:pt>
    <dgm:pt modelId="{8EBC4EC0-117E-4CC7-9C65-85733C78A0D8}">
      <dgm:prSet/>
      <dgm:spPr/>
      <dgm:t>
        <a:bodyPr/>
        <a:lstStyle/>
        <a:p>
          <a:r>
            <a:rPr lang="en-US"/>
            <a:t>Configure</a:t>
          </a:r>
        </a:p>
      </dgm:t>
    </dgm:pt>
    <dgm:pt modelId="{32E67DA4-74A8-42D9-BBA5-2E145616E84E}" type="parTrans" cxnId="{97A9BFE0-DCDA-4D18-ACB9-B45AF462F9C2}">
      <dgm:prSet/>
      <dgm:spPr/>
      <dgm:t>
        <a:bodyPr/>
        <a:lstStyle/>
        <a:p>
          <a:endParaRPr lang="en-US"/>
        </a:p>
      </dgm:t>
    </dgm:pt>
    <dgm:pt modelId="{09181BC5-54EB-47ED-8F48-D9D194A68A2F}" type="sibTrans" cxnId="{97A9BFE0-DCDA-4D18-ACB9-B45AF462F9C2}">
      <dgm:prSet/>
      <dgm:spPr/>
      <dgm:t>
        <a:bodyPr/>
        <a:lstStyle/>
        <a:p>
          <a:endParaRPr lang="en-US"/>
        </a:p>
      </dgm:t>
    </dgm:pt>
    <dgm:pt modelId="{22FA190E-37D8-4E5F-9B1D-5022B21EA92C}">
      <dgm:prSet/>
      <dgm:spPr/>
      <dgm:t>
        <a:bodyPr/>
        <a:lstStyle/>
        <a:p>
          <a:r>
            <a:rPr lang="en-US"/>
            <a:t>Configure resource quotas, Resource Limit configuration, Image Validation</a:t>
          </a:r>
        </a:p>
      </dgm:t>
    </dgm:pt>
    <dgm:pt modelId="{0B48DF6C-56B7-442F-BA73-775C32EEA96D}" type="parTrans" cxnId="{27A1B609-F2A4-4C32-9F83-66FF2D7045B3}">
      <dgm:prSet/>
      <dgm:spPr/>
      <dgm:t>
        <a:bodyPr/>
        <a:lstStyle/>
        <a:p>
          <a:endParaRPr lang="en-US"/>
        </a:p>
      </dgm:t>
    </dgm:pt>
    <dgm:pt modelId="{77E45998-E3E5-4C9D-95CB-6E80B821FE4D}" type="sibTrans" cxnId="{27A1B609-F2A4-4C32-9F83-66FF2D7045B3}">
      <dgm:prSet/>
      <dgm:spPr/>
      <dgm:t>
        <a:bodyPr/>
        <a:lstStyle/>
        <a:p>
          <a:endParaRPr lang="en-US"/>
        </a:p>
      </dgm:t>
    </dgm:pt>
    <dgm:pt modelId="{4A80B980-122C-4862-A487-F21770608781}">
      <dgm:prSet/>
      <dgm:spPr/>
      <dgm:t>
        <a:bodyPr/>
        <a:lstStyle/>
        <a:p>
          <a:r>
            <a:rPr lang="en-US"/>
            <a:t>Do not use</a:t>
          </a:r>
        </a:p>
      </dgm:t>
    </dgm:pt>
    <dgm:pt modelId="{0AB562E2-F799-49BB-AC71-CED877714AB4}" type="parTrans" cxnId="{DC102FA2-82CC-4D7F-9C9C-00B3E4FF780C}">
      <dgm:prSet/>
      <dgm:spPr/>
      <dgm:t>
        <a:bodyPr/>
        <a:lstStyle/>
        <a:p>
          <a:endParaRPr lang="en-US"/>
        </a:p>
      </dgm:t>
    </dgm:pt>
    <dgm:pt modelId="{AB4E8134-FAD4-4C08-B857-B55C604C3558}" type="sibTrans" cxnId="{DC102FA2-82CC-4D7F-9C9C-00B3E4FF780C}">
      <dgm:prSet/>
      <dgm:spPr/>
      <dgm:t>
        <a:bodyPr/>
        <a:lstStyle/>
        <a:p>
          <a:endParaRPr lang="en-US"/>
        </a:p>
      </dgm:t>
    </dgm:pt>
    <dgm:pt modelId="{35C69748-4907-45CB-B067-9D77B18BE5BA}">
      <dgm:prSet/>
      <dgm:spPr/>
      <dgm:t>
        <a:bodyPr/>
        <a:lstStyle/>
        <a:p>
          <a:r>
            <a:rPr lang="en-US"/>
            <a:t>Do not use mutable (latest) image tags </a:t>
          </a:r>
        </a:p>
      </dgm:t>
    </dgm:pt>
    <dgm:pt modelId="{12A4BAE3-3107-4562-8285-979BF2F4A8DD}" type="parTrans" cxnId="{7FFD1A7D-C9EF-4A47-92F4-C1B24539293C}">
      <dgm:prSet/>
      <dgm:spPr/>
      <dgm:t>
        <a:bodyPr/>
        <a:lstStyle/>
        <a:p>
          <a:endParaRPr lang="en-US"/>
        </a:p>
      </dgm:t>
    </dgm:pt>
    <dgm:pt modelId="{13DE6D4A-F484-4AC0-A3B1-0A7ACD581AEB}" type="sibTrans" cxnId="{7FFD1A7D-C9EF-4A47-92F4-C1B24539293C}">
      <dgm:prSet/>
      <dgm:spPr/>
      <dgm:t>
        <a:bodyPr/>
        <a:lstStyle/>
        <a:p>
          <a:endParaRPr lang="en-US"/>
        </a:p>
      </dgm:t>
    </dgm:pt>
    <dgm:pt modelId="{9CD85A76-E6EB-41DE-9295-4D038CC5966C}">
      <dgm:prSet/>
      <dgm:spPr/>
      <dgm:t>
        <a:bodyPr/>
        <a:lstStyle/>
        <a:p>
          <a:r>
            <a:rPr lang="en-US"/>
            <a:t>Restrict</a:t>
          </a:r>
        </a:p>
      </dgm:t>
    </dgm:pt>
    <dgm:pt modelId="{850FEEBF-C6B9-4FA4-A3B5-1F1EA4E2A8B1}" type="parTrans" cxnId="{C107D6FB-3A16-4C84-892A-7F1B45058C32}">
      <dgm:prSet/>
      <dgm:spPr/>
      <dgm:t>
        <a:bodyPr/>
        <a:lstStyle/>
        <a:p>
          <a:endParaRPr lang="en-US"/>
        </a:p>
      </dgm:t>
    </dgm:pt>
    <dgm:pt modelId="{92065828-2FEB-4DEC-830D-F6E3DFBB330A}" type="sibTrans" cxnId="{C107D6FB-3A16-4C84-892A-7F1B45058C32}">
      <dgm:prSet/>
      <dgm:spPr/>
      <dgm:t>
        <a:bodyPr/>
        <a:lstStyle/>
        <a:p>
          <a:endParaRPr lang="en-US"/>
        </a:p>
      </dgm:t>
    </dgm:pt>
    <dgm:pt modelId="{60CCE335-D87D-49A7-853A-FBA887F28359}">
      <dgm:prSet/>
      <dgm:spPr/>
      <dgm:t>
        <a:bodyPr/>
        <a:lstStyle/>
        <a:p>
          <a:r>
            <a:rPr lang="en-US"/>
            <a:t>Restrict image registries</a:t>
          </a:r>
        </a:p>
      </dgm:t>
    </dgm:pt>
    <dgm:pt modelId="{A8064C77-AB09-4F93-BFAF-09D355EDB267}" type="parTrans" cxnId="{78715F8E-DF8F-4507-A0EC-51D7212DC3ED}">
      <dgm:prSet/>
      <dgm:spPr/>
      <dgm:t>
        <a:bodyPr/>
        <a:lstStyle/>
        <a:p>
          <a:endParaRPr lang="en-US"/>
        </a:p>
      </dgm:t>
    </dgm:pt>
    <dgm:pt modelId="{E8D18E6F-88BE-4945-8EBD-A8D63FB08362}" type="sibTrans" cxnId="{78715F8E-DF8F-4507-A0EC-51D7212DC3ED}">
      <dgm:prSet/>
      <dgm:spPr/>
      <dgm:t>
        <a:bodyPr/>
        <a:lstStyle/>
        <a:p>
          <a:endParaRPr lang="en-US"/>
        </a:p>
      </dgm:t>
    </dgm:pt>
    <dgm:pt modelId="{305EE52C-7C03-47ED-B654-B04BAB433ADD}">
      <dgm:prSet/>
      <dgm:spPr/>
      <dgm:t>
        <a:bodyPr/>
        <a:lstStyle/>
        <a:p>
          <a:r>
            <a:rPr lang="en-US"/>
            <a:t>Configure</a:t>
          </a:r>
        </a:p>
      </dgm:t>
    </dgm:pt>
    <dgm:pt modelId="{408D0174-420F-43E2-9576-F38E82F474D3}" type="parTrans" cxnId="{134019FD-F66A-4D42-AFF3-F9BCAFE30448}">
      <dgm:prSet/>
      <dgm:spPr/>
      <dgm:t>
        <a:bodyPr/>
        <a:lstStyle/>
        <a:p>
          <a:endParaRPr lang="en-US"/>
        </a:p>
      </dgm:t>
    </dgm:pt>
    <dgm:pt modelId="{BE4AE4D8-032B-4869-9555-07F1BBD5C760}" type="sibTrans" cxnId="{134019FD-F66A-4D42-AFF3-F9BCAFE30448}">
      <dgm:prSet/>
      <dgm:spPr/>
      <dgm:t>
        <a:bodyPr/>
        <a:lstStyle/>
        <a:p>
          <a:endParaRPr lang="en-US"/>
        </a:p>
      </dgm:t>
    </dgm:pt>
    <dgm:pt modelId="{6C08D432-1930-403F-ABAD-27F005F746A1}">
      <dgm:prSet/>
      <dgm:spPr/>
      <dgm:t>
        <a:bodyPr/>
        <a:lstStyle/>
        <a:p>
          <a:r>
            <a:rPr lang="en-US"/>
            <a:t>Configure pod security</a:t>
          </a:r>
        </a:p>
      </dgm:t>
    </dgm:pt>
    <dgm:pt modelId="{6A4BA8E9-0282-4F1A-BB4D-E3D62F33709B}" type="parTrans" cxnId="{42EABCF5-39EE-482E-BBA0-4E4DAC020CFD}">
      <dgm:prSet/>
      <dgm:spPr/>
      <dgm:t>
        <a:bodyPr/>
        <a:lstStyle/>
        <a:p>
          <a:endParaRPr lang="en-US"/>
        </a:p>
      </dgm:t>
    </dgm:pt>
    <dgm:pt modelId="{105AB7E3-0EDC-4E0A-8557-7F0F7AE2176B}" type="sibTrans" cxnId="{42EABCF5-39EE-482E-BBA0-4E4DAC020CFD}">
      <dgm:prSet/>
      <dgm:spPr/>
      <dgm:t>
        <a:bodyPr/>
        <a:lstStyle/>
        <a:p>
          <a:endParaRPr lang="en-US"/>
        </a:p>
      </dgm:t>
    </dgm:pt>
    <dgm:pt modelId="{D7C897F9-5363-4C0C-8B64-5B86BAAEC305}">
      <dgm:prSet/>
      <dgm:spPr/>
      <dgm:t>
        <a:bodyPr/>
        <a:lstStyle/>
        <a:p>
          <a:r>
            <a:rPr lang="en-US"/>
            <a:t>Allow</a:t>
          </a:r>
        </a:p>
      </dgm:t>
    </dgm:pt>
    <dgm:pt modelId="{62BB242A-3AFB-49F7-A9FA-A49A91F2DFFE}" type="parTrans" cxnId="{B11FD5B3-4430-408B-AEC0-A0709E43440D}">
      <dgm:prSet/>
      <dgm:spPr/>
      <dgm:t>
        <a:bodyPr/>
        <a:lstStyle/>
        <a:p>
          <a:endParaRPr lang="en-US"/>
        </a:p>
      </dgm:t>
    </dgm:pt>
    <dgm:pt modelId="{D6651522-5762-4FDB-BC13-F9431CC1D0A1}" type="sibTrans" cxnId="{B11FD5B3-4430-408B-AEC0-A0709E43440D}">
      <dgm:prSet/>
      <dgm:spPr/>
      <dgm:t>
        <a:bodyPr/>
        <a:lstStyle/>
        <a:p>
          <a:endParaRPr lang="en-US"/>
        </a:p>
      </dgm:t>
    </dgm:pt>
    <dgm:pt modelId="{4CC8D349-5815-4699-8B94-1AC4EF558FF2}">
      <dgm:prSet/>
      <dgm:spPr/>
      <dgm:t>
        <a:bodyPr/>
        <a:lstStyle/>
        <a:p>
          <a:r>
            <a:rPr lang="en-US"/>
            <a:t>Not allow Resource creation / Modification – resource Quota </a:t>
          </a:r>
        </a:p>
      </dgm:t>
    </dgm:pt>
    <dgm:pt modelId="{D0DBAD5A-38EE-4FD8-B9EC-F3202A080285}" type="parTrans" cxnId="{6780644E-1E09-47AD-9E8C-0B18061CC5EE}">
      <dgm:prSet/>
      <dgm:spPr/>
      <dgm:t>
        <a:bodyPr/>
        <a:lstStyle/>
        <a:p>
          <a:endParaRPr lang="en-US"/>
        </a:p>
      </dgm:t>
    </dgm:pt>
    <dgm:pt modelId="{F05A6DF8-FE50-4DAA-95FD-37659741CFED}" type="sibTrans" cxnId="{6780644E-1E09-47AD-9E8C-0B18061CC5EE}">
      <dgm:prSet/>
      <dgm:spPr/>
      <dgm:t>
        <a:bodyPr/>
        <a:lstStyle/>
        <a:p>
          <a:endParaRPr lang="en-US"/>
        </a:p>
      </dgm:t>
    </dgm:pt>
    <dgm:pt modelId="{701E1AEE-FCEA-CB43-A809-91D71DF425B5}" type="pres">
      <dgm:prSet presAssocID="{D696F519-ED0E-4F3F-9001-9A2F6CD3F7F1}" presName="Name0" presStyleCnt="0">
        <dgm:presLayoutVars>
          <dgm:dir/>
          <dgm:animLvl val="lvl"/>
          <dgm:resizeHandles val="exact"/>
        </dgm:presLayoutVars>
      </dgm:prSet>
      <dgm:spPr/>
    </dgm:pt>
    <dgm:pt modelId="{F2AF36AD-EB0E-D046-BDE5-7E4EC54E3799}" type="pres">
      <dgm:prSet presAssocID="{6FA52E8C-A787-4B1E-8D2B-BF8A50E80EB1}" presName="linNode" presStyleCnt="0"/>
      <dgm:spPr/>
    </dgm:pt>
    <dgm:pt modelId="{CB331487-DAE3-C24F-9CF0-B92C0FF9AB02}" type="pres">
      <dgm:prSet presAssocID="{6FA52E8C-A787-4B1E-8D2B-BF8A50E80EB1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2F84A5A1-84D8-F245-98F4-C88D6B73C89B}" type="pres">
      <dgm:prSet presAssocID="{6FA52E8C-A787-4B1E-8D2B-BF8A50E80EB1}" presName="descendantText" presStyleLbl="alignAccFollowNode1" presStyleIdx="0" presStyleCnt="6">
        <dgm:presLayoutVars>
          <dgm:bulletEnabled/>
        </dgm:presLayoutVars>
      </dgm:prSet>
      <dgm:spPr/>
    </dgm:pt>
    <dgm:pt modelId="{A70501AA-C1AD-D94A-9D37-245071A5F6CF}" type="pres">
      <dgm:prSet presAssocID="{B605BA60-D6B1-4851-98A1-72FB67B390B9}" presName="sp" presStyleCnt="0"/>
      <dgm:spPr/>
    </dgm:pt>
    <dgm:pt modelId="{F7257E47-1872-DE48-9A27-E8CC9820FD13}" type="pres">
      <dgm:prSet presAssocID="{8EBC4EC0-117E-4CC7-9C65-85733C78A0D8}" presName="linNode" presStyleCnt="0"/>
      <dgm:spPr/>
    </dgm:pt>
    <dgm:pt modelId="{D3A59B33-99E4-BB4E-A332-D30887DB8991}" type="pres">
      <dgm:prSet presAssocID="{8EBC4EC0-117E-4CC7-9C65-85733C78A0D8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FB290327-889D-054B-B9A8-B87E18AC4E0E}" type="pres">
      <dgm:prSet presAssocID="{8EBC4EC0-117E-4CC7-9C65-85733C78A0D8}" presName="descendantText" presStyleLbl="alignAccFollowNode1" presStyleIdx="1" presStyleCnt="6">
        <dgm:presLayoutVars>
          <dgm:bulletEnabled/>
        </dgm:presLayoutVars>
      </dgm:prSet>
      <dgm:spPr/>
    </dgm:pt>
    <dgm:pt modelId="{2A23832C-BD4A-194C-AC8D-90D07104C16A}" type="pres">
      <dgm:prSet presAssocID="{09181BC5-54EB-47ED-8F48-D9D194A68A2F}" presName="sp" presStyleCnt="0"/>
      <dgm:spPr/>
    </dgm:pt>
    <dgm:pt modelId="{92819FB8-CC1E-B244-ADBC-1AFBE97AFF9C}" type="pres">
      <dgm:prSet presAssocID="{4A80B980-122C-4862-A487-F21770608781}" presName="linNode" presStyleCnt="0"/>
      <dgm:spPr/>
    </dgm:pt>
    <dgm:pt modelId="{9CF94B5D-79E6-6F43-97C6-6816C4BFE2AB}" type="pres">
      <dgm:prSet presAssocID="{4A80B980-122C-4862-A487-F21770608781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C57D25B0-6123-464E-9F8C-5B64A254B64E}" type="pres">
      <dgm:prSet presAssocID="{4A80B980-122C-4862-A487-F21770608781}" presName="descendantText" presStyleLbl="alignAccFollowNode1" presStyleIdx="2" presStyleCnt="6">
        <dgm:presLayoutVars>
          <dgm:bulletEnabled/>
        </dgm:presLayoutVars>
      </dgm:prSet>
      <dgm:spPr/>
    </dgm:pt>
    <dgm:pt modelId="{AD2DD0AC-774B-4343-BDE4-EAAAF5D4A907}" type="pres">
      <dgm:prSet presAssocID="{AB4E8134-FAD4-4C08-B857-B55C604C3558}" presName="sp" presStyleCnt="0"/>
      <dgm:spPr/>
    </dgm:pt>
    <dgm:pt modelId="{55D7C098-FDDC-E540-9A7D-722E86738F0C}" type="pres">
      <dgm:prSet presAssocID="{9CD85A76-E6EB-41DE-9295-4D038CC5966C}" presName="linNode" presStyleCnt="0"/>
      <dgm:spPr/>
    </dgm:pt>
    <dgm:pt modelId="{FA95601E-E0F0-244E-A982-51BBFAC98C93}" type="pres">
      <dgm:prSet presAssocID="{9CD85A76-E6EB-41DE-9295-4D038CC5966C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05371447-7C77-9E47-AD03-42B1F2943C81}" type="pres">
      <dgm:prSet presAssocID="{9CD85A76-E6EB-41DE-9295-4D038CC5966C}" presName="descendantText" presStyleLbl="alignAccFollowNode1" presStyleIdx="3" presStyleCnt="6">
        <dgm:presLayoutVars>
          <dgm:bulletEnabled/>
        </dgm:presLayoutVars>
      </dgm:prSet>
      <dgm:spPr/>
    </dgm:pt>
    <dgm:pt modelId="{48FFAC1F-3DD2-F641-8F92-63AA1662E199}" type="pres">
      <dgm:prSet presAssocID="{92065828-2FEB-4DEC-830D-F6E3DFBB330A}" presName="sp" presStyleCnt="0"/>
      <dgm:spPr/>
    </dgm:pt>
    <dgm:pt modelId="{1AA0F5C0-E701-E24E-8233-B0920E4353C3}" type="pres">
      <dgm:prSet presAssocID="{305EE52C-7C03-47ED-B654-B04BAB433ADD}" presName="linNode" presStyleCnt="0"/>
      <dgm:spPr/>
    </dgm:pt>
    <dgm:pt modelId="{DCF14923-BCA4-2E47-83F5-1336835FECB3}" type="pres">
      <dgm:prSet presAssocID="{305EE52C-7C03-47ED-B654-B04BAB433ADD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D437C8B8-7AFB-934F-9279-69B6782331D2}" type="pres">
      <dgm:prSet presAssocID="{305EE52C-7C03-47ED-B654-B04BAB433ADD}" presName="descendantText" presStyleLbl="alignAccFollowNode1" presStyleIdx="4" presStyleCnt="6">
        <dgm:presLayoutVars>
          <dgm:bulletEnabled/>
        </dgm:presLayoutVars>
      </dgm:prSet>
      <dgm:spPr/>
    </dgm:pt>
    <dgm:pt modelId="{D928D9EF-971C-DE47-9B07-086CB8B5C47B}" type="pres">
      <dgm:prSet presAssocID="{BE4AE4D8-032B-4869-9555-07F1BBD5C760}" presName="sp" presStyleCnt="0"/>
      <dgm:spPr/>
    </dgm:pt>
    <dgm:pt modelId="{5156E116-215E-A446-A97A-4308644FB380}" type="pres">
      <dgm:prSet presAssocID="{D7C897F9-5363-4C0C-8B64-5B86BAAEC305}" presName="linNode" presStyleCnt="0"/>
      <dgm:spPr/>
    </dgm:pt>
    <dgm:pt modelId="{D2C8192B-A86E-1540-93A3-FD90D87C3A05}" type="pres">
      <dgm:prSet presAssocID="{D7C897F9-5363-4C0C-8B64-5B86BAAEC305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DCEE54FE-4594-2C4F-9690-6DB916D7FC7E}" type="pres">
      <dgm:prSet presAssocID="{D7C897F9-5363-4C0C-8B64-5B86BAAEC305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27A1B609-F2A4-4C32-9F83-66FF2D7045B3}" srcId="{8EBC4EC0-117E-4CC7-9C65-85733C78A0D8}" destId="{22FA190E-37D8-4E5F-9B1D-5022B21EA92C}" srcOrd="0" destOrd="0" parTransId="{0B48DF6C-56B7-442F-BA73-775C32EEA96D}" sibTransId="{77E45998-E3E5-4C9D-95CB-6E80B821FE4D}"/>
    <dgm:cxn modelId="{8A8B4B29-28CB-6F4C-8722-CFC56A6C0C3F}" type="presOf" srcId="{9CD85A76-E6EB-41DE-9295-4D038CC5966C}" destId="{FA95601E-E0F0-244E-A982-51BBFAC98C93}" srcOrd="0" destOrd="0" presId="urn:microsoft.com/office/officeart/2016/7/layout/VerticalSolidActionList"/>
    <dgm:cxn modelId="{B7E7C33D-42A8-6540-A9F7-D353A4BEDCE9}" type="presOf" srcId="{22FA190E-37D8-4E5F-9B1D-5022B21EA92C}" destId="{FB290327-889D-054B-B9A8-B87E18AC4E0E}" srcOrd="0" destOrd="0" presId="urn:microsoft.com/office/officeart/2016/7/layout/VerticalSolidActionList"/>
    <dgm:cxn modelId="{40204141-1F19-154A-8280-086D5A6BA365}" type="presOf" srcId="{8EBC4EC0-117E-4CC7-9C65-85733C78A0D8}" destId="{D3A59B33-99E4-BB4E-A332-D30887DB8991}" srcOrd="0" destOrd="0" presId="urn:microsoft.com/office/officeart/2016/7/layout/VerticalSolidActionList"/>
    <dgm:cxn modelId="{0CB03244-A47A-1749-B61C-B00D544BDCAF}" type="presOf" srcId="{4A80B980-122C-4862-A487-F21770608781}" destId="{9CF94B5D-79E6-6F43-97C6-6816C4BFE2AB}" srcOrd="0" destOrd="0" presId="urn:microsoft.com/office/officeart/2016/7/layout/VerticalSolidActionList"/>
    <dgm:cxn modelId="{6780644E-1E09-47AD-9E8C-0B18061CC5EE}" srcId="{D7C897F9-5363-4C0C-8B64-5B86BAAEC305}" destId="{4CC8D349-5815-4699-8B94-1AC4EF558FF2}" srcOrd="0" destOrd="0" parTransId="{D0DBAD5A-38EE-4FD8-B9EC-F3202A080285}" sibTransId="{F05A6DF8-FE50-4DAA-95FD-37659741CFED}"/>
    <dgm:cxn modelId="{CD393E67-9C9B-2848-8999-B098DC6593B7}" type="presOf" srcId="{60CCE335-D87D-49A7-853A-FBA887F28359}" destId="{05371447-7C77-9E47-AD03-42B1F2943C81}" srcOrd="0" destOrd="0" presId="urn:microsoft.com/office/officeart/2016/7/layout/VerticalSolidActionList"/>
    <dgm:cxn modelId="{67E8CD74-3473-C144-A2C6-E53C85991274}" type="presOf" srcId="{6C08D432-1930-403F-ABAD-27F005F746A1}" destId="{D437C8B8-7AFB-934F-9279-69B6782331D2}" srcOrd="0" destOrd="0" presId="urn:microsoft.com/office/officeart/2016/7/layout/VerticalSolidActionList"/>
    <dgm:cxn modelId="{7FFD1A7D-C9EF-4A47-92F4-C1B24539293C}" srcId="{4A80B980-122C-4862-A487-F21770608781}" destId="{35C69748-4907-45CB-B067-9D77B18BE5BA}" srcOrd="0" destOrd="0" parTransId="{12A4BAE3-3107-4562-8285-979BF2F4A8DD}" sibTransId="{13DE6D4A-F484-4AC0-A3B1-0A7ACD581AEB}"/>
    <dgm:cxn modelId="{046EE17E-1641-4743-BCE1-EF328BF00C2F}" type="presOf" srcId="{6FA52E8C-A787-4B1E-8D2B-BF8A50E80EB1}" destId="{CB331487-DAE3-C24F-9CF0-B92C0FF9AB02}" srcOrd="0" destOrd="0" presId="urn:microsoft.com/office/officeart/2016/7/layout/VerticalSolidActionList"/>
    <dgm:cxn modelId="{78715F8E-DF8F-4507-A0EC-51D7212DC3ED}" srcId="{9CD85A76-E6EB-41DE-9295-4D038CC5966C}" destId="{60CCE335-D87D-49A7-853A-FBA887F28359}" srcOrd="0" destOrd="0" parTransId="{A8064C77-AB09-4F93-BFAF-09D355EDB267}" sibTransId="{E8D18E6F-88BE-4945-8EBD-A8D63FB08362}"/>
    <dgm:cxn modelId="{C6872E92-F0B6-AF4A-90DC-D26AC3B92F7D}" type="presOf" srcId="{305EE52C-7C03-47ED-B654-B04BAB433ADD}" destId="{DCF14923-BCA4-2E47-83F5-1336835FECB3}" srcOrd="0" destOrd="0" presId="urn:microsoft.com/office/officeart/2016/7/layout/VerticalSolidActionList"/>
    <dgm:cxn modelId="{D5CC0298-A9F7-C348-8178-EEE7A4ED8596}" type="presOf" srcId="{D696F519-ED0E-4F3F-9001-9A2F6CD3F7F1}" destId="{701E1AEE-FCEA-CB43-A809-91D71DF425B5}" srcOrd="0" destOrd="0" presId="urn:microsoft.com/office/officeart/2016/7/layout/VerticalSolidActionList"/>
    <dgm:cxn modelId="{5EC7AB9C-AF6C-444D-B1AF-1A2C82FE1863}" srcId="{6FA52E8C-A787-4B1E-8D2B-BF8A50E80EB1}" destId="{303B23D2-6907-495F-B036-6C0F2437B4A5}" srcOrd="0" destOrd="0" parTransId="{68AB3507-33B0-4244-B8E8-C3C522B53D7C}" sibTransId="{C2A32735-1E15-4DA8-9681-07B085CE9FFB}"/>
    <dgm:cxn modelId="{DC102FA2-82CC-4D7F-9C9C-00B3E4FF780C}" srcId="{D696F519-ED0E-4F3F-9001-9A2F6CD3F7F1}" destId="{4A80B980-122C-4862-A487-F21770608781}" srcOrd="2" destOrd="0" parTransId="{0AB562E2-F799-49BB-AC71-CED877714AB4}" sibTransId="{AB4E8134-FAD4-4C08-B857-B55C604C3558}"/>
    <dgm:cxn modelId="{B11FD5B3-4430-408B-AEC0-A0709E43440D}" srcId="{D696F519-ED0E-4F3F-9001-9A2F6CD3F7F1}" destId="{D7C897F9-5363-4C0C-8B64-5B86BAAEC305}" srcOrd="5" destOrd="0" parTransId="{62BB242A-3AFB-49F7-A9FA-A49A91F2DFFE}" sibTransId="{D6651522-5762-4FDB-BC13-F9431CC1D0A1}"/>
    <dgm:cxn modelId="{1F6492BE-7540-4437-A34E-FD87BA99BDE0}" srcId="{D696F519-ED0E-4F3F-9001-9A2F6CD3F7F1}" destId="{6FA52E8C-A787-4B1E-8D2B-BF8A50E80EB1}" srcOrd="0" destOrd="0" parTransId="{93A109A2-B33A-42B0-97EC-A2AD21016BDF}" sibTransId="{B605BA60-D6B1-4851-98A1-72FB67B390B9}"/>
    <dgm:cxn modelId="{7713D1DF-9DC4-644A-A31D-8EE4667E4D2B}" type="presOf" srcId="{D7C897F9-5363-4C0C-8B64-5B86BAAEC305}" destId="{D2C8192B-A86E-1540-93A3-FD90D87C3A05}" srcOrd="0" destOrd="0" presId="urn:microsoft.com/office/officeart/2016/7/layout/VerticalSolidActionList"/>
    <dgm:cxn modelId="{F9DAAFE0-ECD5-DF4E-BD1A-B22764C6532D}" type="presOf" srcId="{4CC8D349-5815-4699-8B94-1AC4EF558FF2}" destId="{DCEE54FE-4594-2C4F-9690-6DB916D7FC7E}" srcOrd="0" destOrd="0" presId="urn:microsoft.com/office/officeart/2016/7/layout/VerticalSolidActionList"/>
    <dgm:cxn modelId="{97A9BFE0-DCDA-4D18-ACB9-B45AF462F9C2}" srcId="{D696F519-ED0E-4F3F-9001-9A2F6CD3F7F1}" destId="{8EBC4EC0-117E-4CC7-9C65-85733C78A0D8}" srcOrd="1" destOrd="0" parTransId="{32E67DA4-74A8-42D9-BBA5-2E145616E84E}" sibTransId="{09181BC5-54EB-47ED-8F48-D9D194A68A2F}"/>
    <dgm:cxn modelId="{7D346BE6-94AF-5F4E-9715-636D9FD4ECA6}" type="presOf" srcId="{35C69748-4907-45CB-B067-9D77B18BE5BA}" destId="{C57D25B0-6123-464E-9F8C-5B64A254B64E}" srcOrd="0" destOrd="0" presId="urn:microsoft.com/office/officeart/2016/7/layout/VerticalSolidActionList"/>
    <dgm:cxn modelId="{42EABCF5-39EE-482E-BBA0-4E4DAC020CFD}" srcId="{305EE52C-7C03-47ED-B654-B04BAB433ADD}" destId="{6C08D432-1930-403F-ABAD-27F005F746A1}" srcOrd="0" destOrd="0" parTransId="{6A4BA8E9-0282-4F1A-BB4D-E3D62F33709B}" sibTransId="{105AB7E3-0EDC-4E0A-8557-7F0F7AE2176B}"/>
    <dgm:cxn modelId="{E03271F9-B3A8-D646-8FD2-835214138948}" type="presOf" srcId="{303B23D2-6907-495F-B036-6C0F2437B4A5}" destId="{2F84A5A1-84D8-F245-98F4-C88D6B73C89B}" srcOrd="0" destOrd="0" presId="urn:microsoft.com/office/officeart/2016/7/layout/VerticalSolidActionList"/>
    <dgm:cxn modelId="{C107D6FB-3A16-4C84-892A-7F1B45058C32}" srcId="{D696F519-ED0E-4F3F-9001-9A2F6CD3F7F1}" destId="{9CD85A76-E6EB-41DE-9295-4D038CC5966C}" srcOrd="3" destOrd="0" parTransId="{850FEEBF-C6B9-4FA4-A3B5-1F1EA4E2A8B1}" sibTransId="{92065828-2FEB-4DEC-830D-F6E3DFBB330A}"/>
    <dgm:cxn modelId="{134019FD-F66A-4D42-AFF3-F9BCAFE30448}" srcId="{D696F519-ED0E-4F3F-9001-9A2F6CD3F7F1}" destId="{305EE52C-7C03-47ED-B654-B04BAB433ADD}" srcOrd="4" destOrd="0" parTransId="{408D0174-420F-43E2-9576-F38E82F474D3}" sibTransId="{BE4AE4D8-032B-4869-9555-07F1BBD5C760}"/>
    <dgm:cxn modelId="{5F997143-5DDF-F748-BFAA-5B9081FC95B3}" type="presParOf" srcId="{701E1AEE-FCEA-CB43-A809-91D71DF425B5}" destId="{F2AF36AD-EB0E-D046-BDE5-7E4EC54E3799}" srcOrd="0" destOrd="0" presId="urn:microsoft.com/office/officeart/2016/7/layout/VerticalSolidActionList"/>
    <dgm:cxn modelId="{A0EC54BF-A1FD-CB48-A7A9-4B0BBF004020}" type="presParOf" srcId="{F2AF36AD-EB0E-D046-BDE5-7E4EC54E3799}" destId="{CB331487-DAE3-C24F-9CF0-B92C0FF9AB02}" srcOrd="0" destOrd="0" presId="urn:microsoft.com/office/officeart/2016/7/layout/VerticalSolidActionList"/>
    <dgm:cxn modelId="{C7ACAA35-488A-BF42-A821-CE23E173C46F}" type="presParOf" srcId="{F2AF36AD-EB0E-D046-BDE5-7E4EC54E3799}" destId="{2F84A5A1-84D8-F245-98F4-C88D6B73C89B}" srcOrd="1" destOrd="0" presId="urn:microsoft.com/office/officeart/2016/7/layout/VerticalSolidActionList"/>
    <dgm:cxn modelId="{6C4E0BF9-851D-3F4F-9E64-F5404371BB4F}" type="presParOf" srcId="{701E1AEE-FCEA-CB43-A809-91D71DF425B5}" destId="{A70501AA-C1AD-D94A-9D37-245071A5F6CF}" srcOrd="1" destOrd="0" presId="urn:microsoft.com/office/officeart/2016/7/layout/VerticalSolidActionList"/>
    <dgm:cxn modelId="{F810D652-ACAC-644E-93BC-8968DEF73BD4}" type="presParOf" srcId="{701E1AEE-FCEA-CB43-A809-91D71DF425B5}" destId="{F7257E47-1872-DE48-9A27-E8CC9820FD13}" srcOrd="2" destOrd="0" presId="urn:microsoft.com/office/officeart/2016/7/layout/VerticalSolidActionList"/>
    <dgm:cxn modelId="{6F32D5BF-653A-E24C-AFB0-0C7CD2D892B5}" type="presParOf" srcId="{F7257E47-1872-DE48-9A27-E8CC9820FD13}" destId="{D3A59B33-99E4-BB4E-A332-D30887DB8991}" srcOrd="0" destOrd="0" presId="urn:microsoft.com/office/officeart/2016/7/layout/VerticalSolidActionList"/>
    <dgm:cxn modelId="{1D99BA51-D094-8947-9758-9A3717F68255}" type="presParOf" srcId="{F7257E47-1872-DE48-9A27-E8CC9820FD13}" destId="{FB290327-889D-054B-B9A8-B87E18AC4E0E}" srcOrd="1" destOrd="0" presId="urn:microsoft.com/office/officeart/2016/7/layout/VerticalSolidActionList"/>
    <dgm:cxn modelId="{3B648FBC-3A30-7346-B421-28ADEE4EDE11}" type="presParOf" srcId="{701E1AEE-FCEA-CB43-A809-91D71DF425B5}" destId="{2A23832C-BD4A-194C-AC8D-90D07104C16A}" srcOrd="3" destOrd="0" presId="urn:microsoft.com/office/officeart/2016/7/layout/VerticalSolidActionList"/>
    <dgm:cxn modelId="{5B82AD43-95A8-E547-B0D1-C72CB9F4AC75}" type="presParOf" srcId="{701E1AEE-FCEA-CB43-A809-91D71DF425B5}" destId="{92819FB8-CC1E-B244-ADBC-1AFBE97AFF9C}" srcOrd="4" destOrd="0" presId="urn:microsoft.com/office/officeart/2016/7/layout/VerticalSolidActionList"/>
    <dgm:cxn modelId="{E12A9833-2CA5-2C46-A885-36239EFEA043}" type="presParOf" srcId="{92819FB8-CC1E-B244-ADBC-1AFBE97AFF9C}" destId="{9CF94B5D-79E6-6F43-97C6-6816C4BFE2AB}" srcOrd="0" destOrd="0" presId="urn:microsoft.com/office/officeart/2016/7/layout/VerticalSolidActionList"/>
    <dgm:cxn modelId="{695F7781-729E-4344-861C-62C572E3E21B}" type="presParOf" srcId="{92819FB8-CC1E-B244-ADBC-1AFBE97AFF9C}" destId="{C57D25B0-6123-464E-9F8C-5B64A254B64E}" srcOrd="1" destOrd="0" presId="urn:microsoft.com/office/officeart/2016/7/layout/VerticalSolidActionList"/>
    <dgm:cxn modelId="{F433C969-C5ED-804D-B45F-F6255FEA0C83}" type="presParOf" srcId="{701E1AEE-FCEA-CB43-A809-91D71DF425B5}" destId="{AD2DD0AC-774B-4343-BDE4-EAAAF5D4A907}" srcOrd="5" destOrd="0" presId="urn:microsoft.com/office/officeart/2016/7/layout/VerticalSolidActionList"/>
    <dgm:cxn modelId="{100B9BB9-F7FE-D54B-8F6E-09590BD81676}" type="presParOf" srcId="{701E1AEE-FCEA-CB43-A809-91D71DF425B5}" destId="{55D7C098-FDDC-E540-9A7D-722E86738F0C}" srcOrd="6" destOrd="0" presId="urn:microsoft.com/office/officeart/2016/7/layout/VerticalSolidActionList"/>
    <dgm:cxn modelId="{35FF8F50-0D73-734A-AD4E-427C3B4FBE86}" type="presParOf" srcId="{55D7C098-FDDC-E540-9A7D-722E86738F0C}" destId="{FA95601E-E0F0-244E-A982-51BBFAC98C93}" srcOrd="0" destOrd="0" presId="urn:microsoft.com/office/officeart/2016/7/layout/VerticalSolidActionList"/>
    <dgm:cxn modelId="{B54098A4-6764-C348-B3F8-35625177259F}" type="presParOf" srcId="{55D7C098-FDDC-E540-9A7D-722E86738F0C}" destId="{05371447-7C77-9E47-AD03-42B1F2943C81}" srcOrd="1" destOrd="0" presId="urn:microsoft.com/office/officeart/2016/7/layout/VerticalSolidActionList"/>
    <dgm:cxn modelId="{9C62F2FF-E3F1-174C-8BC7-9CC74DC94148}" type="presParOf" srcId="{701E1AEE-FCEA-CB43-A809-91D71DF425B5}" destId="{48FFAC1F-3DD2-F641-8F92-63AA1662E199}" srcOrd="7" destOrd="0" presId="urn:microsoft.com/office/officeart/2016/7/layout/VerticalSolidActionList"/>
    <dgm:cxn modelId="{E267EBD2-9D1A-3248-A2EB-51938046DF02}" type="presParOf" srcId="{701E1AEE-FCEA-CB43-A809-91D71DF425B5}" destId="{1AA0F5C0-E701-E24E-8233-B0920E4353C3}" srcOrd="8" destOrd="0" presId="urn:microsoft.com/office/officeart/2016/7/layout/VerticalSolidActionList"/>
    <dgm:cxn modelId="{40454477-B5A3-5545-8A0C-89DCDDB72FAD}" type="presParOf" srcId="{1AA0F5C0-E701-E24E-8233-B0920E4353C3}" destId="{DCF14923-BCA4-2E47-83F5-1336835FECB3}" srcOrd="0" destOrd="0" presId="urn:microsoft.com/office/officeart/2016/7/layout/VerticalSolidActionList"/>
    <dgm:cxn modelId="{2D9EB8A7-7B8C-E946-997D-D2E87EBE9677}" type="presParOf" srcId="{1AA0F5C0-E701-E24E-8233-B0920E4353C3}" destId="{D437C8B8-7AFB-934F-9279-69B6782331D2}" srcOrd="1" destOrd="0" presId="urn:microsoft.com/office/officeart/2016/7/layout/VerticalSolidActionList"/>
    <dgm:cxn modelId="{DFE047E6-994B-F54D-9071-F28C24DFD466}" type="presParOf" srcId="{701E1AEE-FCEA-CB43-A809-91D71DF425B5}" destId="{D928D9EF-971C-DE47-9B07-086CB8B5C47B}" srcOrd="9" destOrd="0" presId="urn:microsoft.com/office/officeart/2016/7/layout/VerticalSolidActionList"/>
    <dgm:cxn modelId="{DD636387-3DDE-1F43-B9F0-2EDC5DAD68F7}" type="presParOf" srcId="{701E1AEE-FCEA-CB43-A809-91D71DF425B5}" destId="{5156E116-215E-A446-A97A-4308644FB380}" srcOrd="10" destOrd="0" presId="urn:microsoft.com/office/officeart/2016/7/layout/VerticalSolidActionList"/>
    <dgm:cxn modelId="{FDD802DB-1391-4140-B4FD-9443718A66EC}" type="presParOf" srcId="{5156E116-215E-A446-A97A-4308644FB380}" destId="{D2C8192B-A86E-1540-93A3-FD90D87C3A05}" srcOrd="0" destOrd="0" presId="urn:microsoft.com/office/officeart/2016/7/layout/VerticalSolidActionList"/>
    <dgm:cxn modelId="{92D209DE-3A66-4044-BE76-6B4C235624CB}" type="presParOf" srcId="{5156E116-215E-A446-A97A-4308644FB380}" destId="{DCEE54FE-4594-2C4F-9690-6DB916D7FC7E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D165EA6-7A5F-4063-BE6F-48F04349AC47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3E4BADE-0691-447C-9E04-3766BD2084C7}">
      <dgm:prSet/>
      <dgm:spPr/>
      <dgm:t>
        <a:bodyPr/>
        <a:lstStyle/>
        <a:p>
          <a:r>
            <a:rPr lang="en-US" b="0" i="0" baseline="0"/>
            <a:t>Policy-as-Code </a:t>
          </a:r>
          <a:endParaRPr lang="en-US"/>
        </a:p>
      </dgm:t>
    </dgm:pt>
    <dgm:pt modelId="{E2D55DFB-E93B-4D1D-9361-6F997B53C606}" type="parTrans" cxnId="{147C6386-E207-4550-ADFC-D1D1CD217660}">
      <dgm:prSet/>
      <dgm:spPr/>
      <dgm:t>
        <a:bodyPr/>
        <a:lstStyle/>
        <a:p>
          <a:endParaRPr lang="en-US"/>
        </a:p>
      </dgm:t>
    </dgm:pt>
    <dgm:pt modelId="{78C10778-3C0F-4580-A063-330959987581}" type="sibTrans" cxnId="{147C6386-E207-4550-ADFC-D1D1CD217660}">
      <dgm:prSet/>
      <dgm:spPr/>
      <dgm:t>
        <a:bodyPr/>
        <a:lstStyle/>
        <a:p>
          <a:endParaRPr lang="en-US"/>
        </a:p>
      </dgm:t>
    </dgm:pt>
    <dgm:pt modelId="{AC091D84-54A4-427A-BDFE-51F8250EE855}">
      <dgm:prSet/>
      <dgm:spPr/>
      <dgm:t>
        <a:bodyPr/>
        <a:lstStyle/>
        <a:p>
          <a:r>
            <a:rPr lang="en-US" b="0" i="0" baseline="0"/>
            <a:t>Kubernetes-native </a:t>
          </a:r>
          <a:endParaRPr lang="en-US"/>
        </a:p>
      </dgm:t>
    </dgm:pt>
    <dgm:pt modelId="{70BCB62E-C118-450E-AFFD-38E308CDB53E}" type="parTrans" cxnId="{61138BC2-9A2A-4F4F-A244-D6E1BB8046E3}">
      <dgm:prSet/>
      <dgm:spPr/>
      <dgm:t>
        <a:bodyPr/>
        <a:lstStyle/>
        <a:p>
          <a:endParaRPr lang="en-US"/>
        </a:p>
      </dgm:t>
    </dgm:pt>
    <dgm:pt modelId="{446ED7BE-8E80-4A39-88C2-CEB921D50939}" type="sibTrans" cxnId="{61138BC2-9A2A-4F4F-A244-D6E1BB8046E3}">
      <dgm:prSet/>
      <dgm:spPr/>
      <dgm:t>
        <a:bodyPr/>
        <a:lstStyle/>
        <a:p>
          <a:endParaRPr lang="en-US"/>
        </a:p>
      </dgm:t>
    </dgm:pt>
    <dgm:pt modelId="{CFCD07F0-E5A8-41A0-8D22-21D67C8EC4C0}">
      <dgm:prSet/>
      <dgm:spPr/>
      <dgm:t>
        <a:bodyPr/>
        <a:lstStyle/>
        <a:p>
          <a:r>
            <a:rPr lang="en-US" b="0" i="0" baseline="0"/>
            <a:t>Improves security &amp; governance </a:t>
          </a:r>
          <a:endParaRPr lang="en-US"/>
        </a:p>
      </dgm:t>
    </dgm:pt>
    <dgm:pt modelId="{48F75F2D-8C16-4F70-84AC-C8766C617B55}" type="parTrans" cxnId="{03166CDB-EE9C-4F71-8E5D-81A379EFAE58}">
      <dgm:prSet/>
      <dgm:spPr/>
      <dgm:t>
        <a:bodyPr/>
        <a:lstStyle/>
        <a:p>
          <a:endParaRPr lang="en-US"/>
        </a:p>
      </dgm:t>
    </dgm:pt>
    <dgm:pt modelId="{7BB6714B-5540-48F8-814C-F666B160E622}" type="sibTrans" cxnId="{03166CDB-EE9C-4F71-8E5D-81A379EFAE58}">
      <dgm:prSet/>
      <dgm:spPr/>
      <dgm:t>
        <a:bodyPr/>
        <a:lstStyle/>
        <a:p>
          <a:endParaRPr lang="en-US"/>
        </a:p>
      </dgm:t>
    </dgm:pt>
    <dgm:pt modelId="{6AB83192-9921-404B-A6F6-5790BF3FA113}">
      <dgm:prSet/>
      <dgm:spPr/>
      <dgm:t>
        <a:bodyPr/>
        <a:lstStyle/>
        <a:p>
          <a:r>
            <a:rPr lang="en-US" b="0" i="0" baseline="0"/>
            <a:t>Works with GitOps</a:t>
          </a:r>
          <a:endParaRPr lang="en-US"/>
        </a:p>
      </dgm:t>
    </dgm:pt>
    <dgm:pt modelId="{25CF5674-0E5A-4615-88D1-3552FB47FD06}" type="parTrans" cxnId="{06EF9303-A659-4818-9635-4CEA651411F9}">
      <dgm:prSet/>
      <dgm:spPr/>
      <dgm:t>
        <a:bodyPr/>
        <a:lstStyle/>
        <a:p>
          <a:endParaRPr lang="en-US"/>
        </a:p>
      </dgm:t>
    </dgm:pt>
    <dgm:pt modelId="{0E90DD85-08A4-4814-B690-D34EB54FFAEF}" type="sibTrans" cxnId="{06EF9303-A659-4818-9635-4CEA651411F9}">
      <dgm:prSet/>
      <dgm:spPr/>
      <dgm:t>
        <a:bodyPr/>
        <a:lstStyle/>
        <a:p>
          <a:endParaRPr lang="en-US"/>
        </a:p>
      </dgm:t>
    </dgm:pt>
    <dgm:pt modelId="{C34BB991-13EE-C04F-B3A5-017CB1A6EF89}" type="pres">
      <dgm:prSet presAssocID="{CD165EA6-7A5F-4063-BE6F-48F04349AC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23842D8-633C-BF4E-81B8-A903DFCD3725}" type="pres">
      <dgm:prSet presAssocID="{93E4BADE-0691-447C-9E04-3766BD2084C7}" presName="hierRoot1" presStyleCnt="0"/>
      <dgm:spPr/>
    </dgm:pt>
    <dgm:pt modelId="{2A255FBE-8656-5E4A-A44C-C4E915C5BB91}" type="pres">
      <dgm:prSet presAssocID="{93E4BADE-0691-447C-9E04-3766BD2084C7}" presName="composite" presStyleCnt="0"/>
      <dgm:spPr/>
    </dgm:pt>
    <dgm:pt modelId="{EB31F55B-DFEB-0B4E-B1D0-76AB6C6A1469}" type="pres">
      <dgm:prSet presAssocID="{93E4BADE-0691-447C-9E04-3766BD2084C7}" presName="background" presStyleLbl="node0" presStyleIdx="0" presStyleCnt="4"/>
      <dgm:spPr/>
    </dgm:pt>
    <dgm:pt modelId="{79696026-FE6E-DB41-9072-EB50256B4B23}" type="pres">
      <dgm:prSet presAssocID="{93E4BADE-0691-447C-9E04-3766BD2084C7}" presName="text" presStyleLbl="fgAcc0" presStyleIdx="0" presStyleCnt="4">
        <dgm:presLayoutVars>
          <dgm:chPref val="3"/>
        </dgm:presLayoutVars>
      </dgm:prSet>
      <dgm:spPr/>
    </dgm:pt>
    <dgm:pt modelId="{FDA8B839-B4B4-CF47-BAA3-001BFC5DCB29}" type="pres">
      <dgm:prSet presAssocID="{93E4BADE-0691-447C-9E04-3766BD2084C7}" presName="hierChild2" presStyleCnt="0"/>
      <dgm:spPr/>
    </dgm:pt>
    <dgm:pt modelId="{985281FE-FFAE-484F-9872-0D9B0D7326D3}" type="pres">
      <dgm:prSet presAssocID="{AC091D84-54A4-427A-BDFE-51F8250EE855}" presName="hierRoot1" presStyleCnt="0"/>
      <dgm:spPr/>
    </dgm:pt>
    <dgm:pt modelId="{0FB3C84C-C6FE-1948-9F58-779DB7B28E29}" type="pres">
      <dgm:prSet presAssocID="{AC091D84-54A4-427A-BDFE-51F8250EE855}" presName="composite" presStyleCnt="0"/>
      <dgm:spPr/>
    </dgm:pt>
    <dgm:pt modelId="{10DC7F69-124C-E345-8673-F41FD739278B}" type="pres">
      <dgm:prSet presAssocID="{AC091D84-54A4-427A-BDFE-51F8250EE855}" presName="background" presStyleLbl="node0" presStyleIdx="1" presStyleCnt="4"/>
      <dgm:spPr/>
    </dgm:pt>
    <dgm:pt modelId="{04A3F336-708B-AD41-A5B2-822AE2BEDE88}" type="pres">
      <dgm:prSet presAssocID="{AC091D84-54A4-427A-BDFE-51F8250EE855}" presName="text" presStyleLbl="fgAcc0" presStyleIdx="1" presStyleCnt="4">
        <dgm:presLayoutVars>
          <dgm:chPref val="3"/>
        </dgm:presLayoutVars>
      </dgm:prSet>
      <dgm:spPr/>
    </dgm:pt>
    <dgm:pt modelId="{446D0470-EA5F-704A-A703-CB8796796048}" type="pres">
      <dgm:prSet presAssocID="{AC091D84-54A4-427A-BDFE-51F8250EE855}" presName="hierChild2" presStyleCnt="0"/>
      <dgm:spPr/>
    </dgm:pt>
    <dgm:pt modelId="{A25B3E23-009F-CE4B-9065-F7F81519EC43}" type="pres">
      <dgm:prSet presAssocID="{CFCD07F0-E5A8-41A0-8D22-21D67C8EC4C0}" presName="hierRoot1" presStyleCnt="0"/>
      <dgm:spPr/>
    </dgm:pt>
    <dgm:pt modelId="{0201BE99-4635-7949-8D3D-E8925E8E3970}" type="pres">
      <dgm:prSet presAssocID="{CFCD07F0-E5A8-41A0-8D22-21D67C8EC4C0}" presName="composite" presStyleCnt="0"/>
      <dgm:spPr/>
    </dgm:pt>
    <dgm:pt modelId="{744571A0-3200-184C-901F-93E85D214150}" type="pres">
      <dgm:prSet presAssocID="{CFCD07F0-E5A8-41A0-8D22-21D67C8EC4C0}" presName="background" presStyleLbl="node0" presStyleIdx="2" presStyleCnt="4"/>
      <dgm:spPr/>
    </dgm:pt>
    <dgm:pt modelId="{9BF8A1F5-8AC3-6C49-8EA3-8BB25203E8E9}" type="pres">
      <dgm:prSet presAssocID="{CFCD07F0-E5A8-41A0-8D22-21D67C8EC4C0}" presName="text" presStyleLbl="fgAcc0" presStyleIdx="2" presStyleCnt="4">
        <dgm:presLayoutVars>
          <dgm:chPref val="3"/>
        </dgm:presLayoutVars>
      </dgm:prSet>
      <dgm:spPr/>
    </dgm:pt>
    <dgm:pt modelId="{ABB43382-8491-4A4F-83C9-E75DE602C9C1}" type="pres">
      <dgm:prSet presAssocID="{CFCD07F0-E5A8-41A0-8D22-21D67C8EC4C0}" presName="hierChild2" presStyleCnt="0"/>
      <dgm:spPr/>
    </dgm:pt>
    <dgm:pt modelId="{E334F4CC-B4BE-4149-AEF5-B500C925C42C}" type="pres">
      <dgm:prSet presAssocID="{6AB83192-9921-404B-A6F6-5790BF3FA113}" presName="hierRoot1" presStyleCnt="0"/>
      <dgm:spPr/>
    </dgm:pt>
    <dgm:pt modelId="{3C7C160F-B2D2-1C4A-A086-4DB63E54E36D}" type="pres">
      <dgm:prSet presAssocID="{6AB83192-9921-404B-A6F6-5790BF3FA113}" presName="composite" presStyleCnt="0"/>
      <dgm:spPr/>
    </dgm:pt>
    <dgm:pt modelId="{06694C02-9605-7848-AB73-D21E5FCD8AD8}" type="pres">
      <dgm:prSet presAssocID="{6AB83192-9921-404B-A6F6-5790BF3FA113}" presName="background" presStyleLbl="node0" presStyleIdx="3" presStyleCnt="4"/>
      <dgm:spPr/>
    </dgm:pt>
    <dgm:pt modelId="{EBC6ECBE-0EC7-DF43-8A8E-FA9549474C9C}" type="pres">
      <dgm:prSet presAssocID="{6AB83192-9921-404B-A6F6-5790BF3FA113}" presName="text" presStyleLbl="fgAcc0" presStyleIdx="3" presStyleCnt="4">
        <dgm:presLayoutVars>
          <dgm:chPref val="3"/>
        </dgm:presLayoutVars>
      </dgm:prSet>
      <dgm:spPr/>
    </dgm:pt>
    <dgm:pt modelId="{E0DE414C-FFA8-B445-BC6A-77BFC3482DAF}" type="pres">
      <dgm:prSet presAssocID="{6AB83192-9921-404B-A6F6-5790BF3FA113}" presName="hierChild2" presStyleCnt="0"/>
      <dgm:spPr/>
    </dgm:pt>
  </dgm:ptLst>
  <dgm:cxnLst>
    <dgm:cxn modelId="{06EF9303-A659-4818-9635-4CEA651411F9}" srcId="{CD165EA6-7A5F-4063-BE6F-48F04349AC47}" destId="{6AB83192-9921-404B-A6F6-5790BF3FA113}" srcOrd="3" destOrd="0" parTransId="{25CF5674-0E5A-4615-88D1-3552FB47FD06}" sibTransId="{0E90DD85-08A4-4814-B690-D34EB54FFAEF}"/>
    <dgm:cxn modelId="{8067A606-51AB-414A-87D5-4FFCA235B479}" type="presOf" srcId="{AC091D84-54A4-427A-BDFE-51F8250EE855}" destId="{04A3F336-708B-AD41-A5B2-822AE2BEDE88}" srcOrd="0" destOrd="0" presId="urn:microsoft.com/office/officeart/2005/8/layout/hierarchy1"/>
    <dgm:cxn modelId="{3B2E7084-AD20-C24D-BFFD-6FFC7F8F0D60}" type="presOf" srcId="{6AB83192-9921-404B-A6F6-5790BF3FA113}" destId="{EBC6ECBE-0EC7-DF43-8A8E-FA9549474C9C}" srcOrd="0" destOrd="0" presId="urn:microsoft.com/office/officeart/2005/8/layout/hierarchy1"/>
    <dgm:cxn modelId="{147C6386-E207-4550-ADFC-D1D1CD217660}" srcId="{CD165EA6-7A5F-4063-BE6F-48F04349AC47}" destId="{93E4BADE-0691-447C-9E04-3766BD2084C7}" srcOrd="0" destOrd="0" parTransId="{E2D55DFB-E93B-4D1D-9361-6F997B53C606}" sibTransId="{78C10778-3C0F-4580-A063-330959987581}"/>
    <dgm:cxn modelId="{61138BC2-9A2A-4F4F-A244-D6E1BB8046E3}" srcId="{CD165EA6-7A5F-4063-BE6F-48F04349AC47}" destId="{AC091D84-54A4-427A-BDFE-51F8250EE855}" srcOrd="1" destOrd="0" parTransId="{70BCB62E-C118-450E-AFFD-38E308CDB53E}" sibTransId="{446ED7BE-8E80-4A39-88C2-CEB921D50939}"/>
    <dgm:cxn modelId="{4FB2AFCC-B18C-A343-8053-CF97644A2A41}" type="presOf" srcId="{CFCD07F0-E5A8-41A0-8D22-21D67C8EC4C0}" destId="{9BF8A1F5-8AC3-6C49-8EA3-8BB25203E8E9}" srcOrd="0" destOrd="0" presId="urn:microsoft.com/office/officeart/2005/8/layout/hierarchy1"/>
    <dgm:cxn modelId="{DE2AFAD3-4AC1-0B4B-A9A4-ACA813412FAB}" type="presOf" srcId="{CD165EA6-7A5F-4063-BE6F-48F04349AC47}" destId="{C34BB991-13EE-C04F-B3A5-017CB1A6EF89}" srcOrd="0" destOrd="0" presId="urn:microsoft.com/office/officeart/2005/8/layout/hierarchy1"/>
    <dgm:cxn modelId="{03166CDB-EE9C-4F71-8E5D-81A379EFAE58}" srcId="{CD165EA6-7A5F-4063-BE6F-48F04349AC47}" destId="{CFCD07F0-E5A8-41A0-8D22-21D67C8EC4C0}" srcOrd="2" destOrd="0" parTransId="{48F75F2D-8C16-4F70-84AC-C8766C617B55}" sibTransId="{7BB6714B-5540-48F8-814C-F666B160E622}"/>
    <dgm:cxn modelId="{409D97FE-FB5F-F64A-BA6D-6BABD2592164}" type="presOf" srcId="{93E4BADE-0691-447C-9E04-3766BD2084C7}" destId="{79696026-FE6E-DB41-9072-EB50256B4B23}" srcOrd="0" destOrd="0" presId="urn:microsoft.com/office/officeart/2005/8/layout/hierarchy1"/>
    <dgm:cxn modelId="{1743E18C-EA38-8946-A38F-76A5DA07861F}" type="presParOf" srcId="{C34BB991-13EE-C04F-B3A5-017CB1A6EF89}" destId="{023842D8-633C-BF4E-81B8-A903DFCD3725}" srcOrd="0" destOrd="0" presId="urn:microsoft.com/office/officeart/2005/8/layout/hierarchy1"/>
    <dgm:cxn modelId="{F9D7D0DD-FC5A-904A-95EE-0D26D0CFF97B}" type="presParOf" srcId="{023842D8-633C-BF4E-81B8-A903DFCD3725}" destId="{2A255FBE-8656-5E4A-A44C-C4E915C5BB91}" srcOrd="0" destOrd="0" presId="urn:microsoft.com/office/officeart/2005/8/layout/hierarchy1"/>
    <dgm:cxn modelId="{1828BA5D-4163-5641-B8AA-4BB68DE8A0B6}" type="presParOf" srcId="{2A255FBE-8656-5E4A-A44C-C4E915C5BB91}" destId="{EB31F55B-DFEB-0B4E-B1D0-76AB6C6A1469}" srcOrd="0" destOrd="0" presId="urn:microsoft.com/office/officeart/2005/8/layout/hierarchy1"/>
    <dgm:cxn modelId="{8FA0B6AA-DD07-DD43-BF54-715C2D0F5F49}" type="presParOf" srcId="{2A255FBE-8656-5E4A-A44C-C4E915C5BB91}" destId="{79696026-FE6E-DB41-9072-EB50256B4B23}" srcOrd="1" destOrd="0" presId="urn:microsoft.com/office/officeart/2005/8/layout/hierarchy1"/>
    <dgm:cxn modelId="{F18D31EE-344F-7C4F-A46B-C8FACFA15F8E}" type="presParOf" srcId="{023842D8-633C-BF4E-81B8-A903DFCD3725}" destId="{FDA8B839-B4B4-CF47-BAA3-001BFC5DCB29}" srcOrd="1" destOrd="0" presId="urn:microsoft.com/office/officeart/2005/8/layout/hierarchy1"/>
    <dgm:cxn modelId="{8152032E-6B2C-D347-B494-AE2E5D02A121}" type="presParOf" srcId="{C34BB991-13EE-C04F-B3A5-017CB1A6EF89}" destId="{985281FE-FFAE-484F-9872-0D9B0D7326D3}" srcOrd="1" destOrd="0" presId="urn:microsoft.com/office/officeart/2005/8/layout/hierarchy1"/>
    <dgm:cxn modelId="{53591B64-07FB-1F46-8E51-48300B66D0B3}" type="presParOf" srcId="{985281FE-FFAE-484F-9872-0D9B0D7326D3}" destId="{0FB3C84C-C6FE-1948-9F58-779DB7B28E29}" srcOrd="0" destOrd="0" presId="urn:microsoft.com/office/officeart/2005/8/layout/hierarchy1"/>
    <dgm:cxn modelId="{CBADFE50-2B86-6843-8B75-4B9D05397C2B}" type="presParOf" srcId="{0FB3C84C-C6FE-1948-9F58-779DB7B28E29}" destId="{10DC7F69-124C-E345-8673-F41FD739278B}" srcOrd="0" destOrd="0" presId="urn:microsoft.com/office/officeart/2005/8/layout/hierarchy1"/>
    <dgm:cxn modelId="{3499AA63-041B-C14A-9DDA-D18CBDE75BEA}" type="presParOf" srcId="{0FB3C84C-C6FE-1948-9F58-779DB7B28E29}" destId="{04A3F336-708B-AD41-A5B2-822AE2BEDE88}" srcOrd="1" destOrd="0" presId="urn:microsoft.com/office/officeart/2005/8/layout/hierarchy1"/>
    <dgm:cxn modelId="{C1C14EDF-DC1D-2046-AAA0-2C0B35867470}" type="presParOf" srcId="{985281FE-FFAE-484F-9872-0D9B0D7326D3}" destId="{446D0470-EA5F-704A-A703-CB8796796048}" srcOrd="1" destOrd="0" presId="urn:microsoft.com/office/officeart/2005/8/layout/hierarchy1"/>
    <dgm:cxn modelId="{7708C2BF-346B-F84B-9CD9-6C86F24978A4}" type="presParOf" srcId="{C34BB991-13EE-C04F-B3A5-017CB1A6EF89}" destId="{A25B3E23-009F-CE4B-9065-F7F81519EC43}" srcOrd="2" destOrd="0" presId="urn:microsoft.com/office/officeart/2005/8/layout/hierarchy1"/>
    <dgm:cxn modelId="{725F3098-6DC6-5440-8101-DDB11CD4D9B8}" type="presParOf" srcId="{A25B3E23-009F-CE4B-9065-F7F81519EC43}" destId="{0201BE99-4635-7949-8D3D-E8925E8E3970}" srcOrd="0" destOrd="0" presId="urn:microsoft.com/office/officeart/2005/8/layout/hierarchy1"/>
    <dgm:cxn modelId="{58FE4550-9D6B-8A46-B659-C7D0BAA8C403}" type="presParOf" srcId="{0201BE99-4635-7949-8D3D-E8925E8E3970}" destId="{744571A0-3200-184C-901F-93E85D214150}" srcOrd="0" destOrd="0" presId="urn:microsoft.com/office/officeart/2005/8/layout/hierarchy1"/>
    <dgm:cxn modelId="{2B06D67C-D99D-0D4B-9491-E1B676B9AA4B}" type="presParOf" srcId="{0201BE99-4635-7949-8D3D-E8925E8E3970}" destId="{9BF8A1F5-8AC3-6C49-8EA3-8BB25203E8E9}" srcOrd="1" destOrd="0" presId="urn:microsoft.com/office/officeart/2005/8/layout/hierarchy1"/>
    <dgm:cxn modelId="{092283AE-01C8-FA48-956A-E116EBE646D2}" type="presParOf" srcId="{A25B3E23-009F-CE4B-9065-F7F81519EC43}" destId="{ABB43382-8491-4A4F-83C9-E75DE602C9C1}" srcOrd="1" destOrd="0" presId="urn:microsoft.com/office/officeart/2005/8/layout/hierarchy1"/>
    <dgm:cxn modelId="{B224EAA0-FFCE-6A44-B7B7-26E78DBF0C3B}" type="presParOf" srcId="{C34BB991-13EE-C04F-B3A5-017CB1A6EF89}" destId="{E334F4CC-B4BE-4149-AEF5-B500C925C42C}" srcOrd="3" destOrd="0" presId="urn:microsoft.com/office/officeart/2005/8/layout/hierarchy1"/>
    <dgm:cxn modelId="{DF61B72A-EB4E-F04E-816D-A2D2EADA0333}" type="presParOf" srcId="{E334F4CC-B4BE-4149-AEF5-B500C925C42C}" destId="{3C7C160F-B2D2-1C4A-A086-4DB63E54E36D}" srcOrd="0" destOrd="0" presId="urn:microsoft.com/office/officeart/2005/8/layout/hierarchy1"/>
    <dgm:cxn modelId="{18FF403C-DE35-3048-8E5C-371088D3CC86}" type="presParOf" srcId="{3C7C160F-B2D2-1C4A-A086-4DB63E54E36D}" destId="{06694C02-9605-7848-AB73-D21E5FCD8AD8}" srcOrd="0" destOrd="0" presId="urn:microsoft.com/office/officeart/2005/8/layout/hierarchy1"/>
    <dgm:cxn modelId="{2BC2FFC9-61A0-7547-A9FA-1A38358F6FAF}" type="presParOf" srcId="{3C7C160F-B2D2-1C4A-A086-4DB63E54E36D}" destId="{EBC6ECBE-0EC7-DF43-8A8E-FA9549474C9C}" srcOrd="1" destOrd="0" presId="urn:microsoft.com/office/officeart/2005/8/layout/hierarchy1"/>
    <dgm:cxn modelId="{49F92FF5-7E93-8343-BE48-11597A2CB0C4}" type="presParOf" srcId="{E334F4CC-B4BE-4149-AEF5-B500C925C42C}" destId="{E0DE414C-FFA8-B445-BC6A-77BFC3482D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B77F71-5F98-F941-BDBA-BBD668EAE8B8}">
      <dsp:nvSpPr>
        <dsp:cNvPr id="0" name=""/>
        <dsp:cNvSpPr/>
      </dsp:nvSpPr>
      <dsp:spPr>
        <a:xfrm>
          <a:off x="0" y="53783"/>
          <a:ext cx="5913437" cy="10740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Sync Waves → Task sequence 📋 - </a:t>
          </a:r>
          <a:r>
            <a:rPr lang="en-IN" sz="2700" kern="1200"/>
            <a:t>Order of deployment</a:t>
          </a:r>
          <a:endParaRPr lang="en-US" sz="2700" kern="1200"/>
        </a:p>
      </dsp:txBody>
      <dsp:txXfrm>
        <a:off x="52431" y="106214"/>
        <a:ext cx="5808575" cy="969198"/>
      </dsp:txXfrm>
    </dsp:sp>
    <dsp:sp modelId="{DB891919-CD1F-3A47-9D75-925E7DF13725}">
      <dsp:nvSpPr>
        <dsp:cNvPr id="0" name=""/>
        <dsp:cNvSpPr/>
      </dsp:nvSpPr>
      <dsp:spPr>
        <a:xfrm>
          <a:off x="0" y="1205604"/>
          <a:ext cx="5913437" cy="1074060"/>
        </a:xfrm>
        <a:prstGeom prst="roundRect">
          <a:avLst/>
        </a:prstGeom>
        <a:gradFill rotWithShape="0">
          <a:gsLst>
            <a:gs pos="0">
              <a:schemeClr val="accent5">
                <a:hueOff val="-561544"/>
                <a:satOff val="-2648"/>
                <a:lumOff val="65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561544"/>
                <a:satOff val="-2648"/>
                <a:lumOff val="65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561544"/>
                <a:satOff val="-2648"/>
                <a:lumOff val="65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Hooks → Custom steps 🔧 -  </a:t>
          </a:r>
          <a:r>
            <a:rPr lang="en-IN" sz="2700" kern="1200"/>
            <a:t>Lifecycle actions (before/during/after)</a:t>
          </a:r>
          <a:endParaRPr lang="en-US" sz="2700" kern="1200"/>
        </a:p>
      </dsp:txBody>
      <dsp:txXfrm>
        <a:off x="52431" y="1258035"/>
        <a:ext cx="5808575" cy="969198"/>
      </dsp:txXfrm>
    </dsp:sp>
    <dsp:sp modelId="{0A5D3B44-3A58-C64D-8949-4CC2F9611B04}">
      <dsp:nvSpPr>
        <dsp:cNvPr id="0" name=""/>
        <dsp:cNvSpPr/>
      </dsp:nvSpPr>
      <dsp:spPr>
        <a:xfrm>
          <a:off x="0" y="2357423"/>
          <a:ext cx="5913437" cy="1074060"/>
        </a:xfrm>
        <a:prstGeom prst="roundRect">
          <a:avLst/>
        </a:prstGeom>
        <a:gradFill rotWithShape="0">
          <a:gsLst>
            <a:gs pos="0">
              <a:schemeClr val="accent5">
                <a:hueOff val="-1123087"/>
                <a:satOff val="-5296"/>
                <a:lumOff val="130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123087"/>
                <a:satOff val="-5296"/>
                <a:lumOff val="130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123087"/>
                <a:satOff val="-5296"/>
                <a:lumOff val="130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Pruning → Clean up 🧹-  </a:t>
          </a:r>
          <a:r>
            <a:rPr lang="en-IN" sz="2700" kern="1200"/>
            <a:t>Remove unwanted resources</a:t>
          </a:r>
          <a:endParaRPr lang="en-US" sz="2700" kern="1200"/>
        </a:p>
      </dsp:txBody>
      <dsp:txXfrm>
        <a:off x="52431" y="2409854"/>
        <a:ext cx="5808575" cy="969198"/>
      </dsp:txXfrm>
    </dsp:sp>
    <dsp:sp modelId="{16B08230-0863-544C-92D4-10B64F43F4EA}">
      <dsp:nvSpPr>
        <dsp:cNvPr id="0" name=""/>
        <dsp:cNvSpPr/>
      </dsp:nvSpPr>
      <dsp:spPr>
        <a:xfrm>
          <a:off x="0" y="3509243"/>
          <a:ext cx="5913437" cy="1074060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Self-healing → Auto-repair 🔁 - </a:t>
          </a:r>
          <a:r>
            <a:rPr lang="en-IN" sz="2700" kern="1200"/>
            <a:t>Fix drift automatically</a:t>
          </a:r>
          <a:endParaRPr lang="en-US" sz="2700" kern="1200"/>
        </a:p>
      </dsp:txBody>
      <dsp:txXfrm>
        <a:off x="52431" y="3561674"/>
        <a:ext cx="5808575" cy="969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2D838C-5157-1846-9DB3-0B9BB8968637}">
      <dsp:nvSpPr>
        <dsp:cNvPr id="0" name=""/>
        <dsp:cNvSpPr/>
      </dsp:nvSpPr>
      <dsp:spPr>
        <a:xfrm>
          <a:off x="0" y="421"/>
          <a:ext cx="9603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6032F-B445-8842-B3B1-206D57FD3616}">
      <dsp:nvSpPr>
        <dsp:cNvPr id="0" name=""/>
        <dsp:cNvSpPr/>
      </dsp:nvSpPr>
      <dsp:spPr>
        <a:xfrm>
          <a:off x="0" y="421"/>
          <a:ext cx="9603275" cy="49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Managing multiple clusters </a:t>
          </a:r>
          <a:endParaRPr lang="en-US" sz="2300" kern="1200"/>
        </a:p>
      </dsp:txBody>
      <dsp:txXfrm>
        <a:off x="0" y="421"/>
        <a:ext cx="9603275" cy="492824"/>
      </dsp:txXfrm>
    </dsp:sp>
    <dsp:sp modelId="{4373EDD8-1371-2E4D-9F50-0A3182E65B50}">
      <dsp:nvSpPr>
        <dsp:cNvPr id="0" name=""/>
        <dsp:cNvSpPr/>
      </dsp:nvSpPr>
      <dsp:spPr>
        <a:xfrm>
          <a:off x="0" y="493245"/>
          <a:ext cx="9603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68295-41E1-7948-8893-F89EC3DDF6D6}">
      <dsp:nvSpPr>
        <dsp:cNvPr id="0" name=""/>
        <dsp:cNvSpPr/>
      </dsp:nvSpPr>
      <dsp:spPr>
        <a:xfrm>
          <a:off x="0" y="493245"/>
          <a:ext cx="9603275" cy="49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Adding external clusters </a:t>
          </a:r>
          <a:endParaRPr lang="en-US" sz="2300" kern="1200"/>
        </a:p>
      </dsp:txBody>
      <dsp:txXfrm>
        <a:off x="0" y="493245"/>
        <a:ext cx="9603275" cy="492824"/>
      </dsp:txXfrm>
    </dsp:sp>
    <dsp:sp modelId="{FA964A26-DE3D-CA44-84F6-FFF9375F173E}">
      <dsp:nvSpPr>
        <dsp:cNvPr id="0" name=""/>
        <dsp:cNvSpPr/>
      </dsp:nvSpPr>
      <dsp:spPr>
        <a:xfrm>
          <a:off x="0" y="986069"/>
          <a:ext cx="9603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3D415-ECDF-7B43-9214-E09712C50EB3}">
      <dsp:nvSpPr>
        <dsp:cNvPr id="0" name=""/>
        <dsp:cNvSpPr/>
      </dsp:nvSpPr>
      <dsp:spPr>
        <a:xfrm>
          <a:off x="0" y="986069"/>
          <a:ext cx="9603275" cy="49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Cluster secrets </a:t>
          </a:r>
          <a:endParaRPr lang="en-US" sz="2300" kern="1200"/>
        </a:p>
      </dsp:txBody>
      <dsp:txXfrm>
        <a:off x="0" y="986069"/>
        <a:ext cx="9603275" cy="492824"/>
      </dsp:txXfrm>
    </dsp:sp>
    <dsp:sp modelId="{94A9D417-5BC8-6847-850B-0B6238AE178C}">
      <dsp:nvSpPr>
        <dsp:cNvPr id="0" name=""/>
        <dsp:cNvSpPr/>
      </dsp:nvSpPr>
      <dsp:spPr>
        <a:xfrm>
          <a:off x="0" y="1478894"/>
          <a:ext cx="9603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FDD1AE-3591-A348-AA24-4F4F23223B68}">
      <dsp:nvSpPr>
        <dsp:cNvPr id="0" name=""/>
        <dsp:cNvSpPr/>
      </dsp:nvSpPr>
      <dsp:spPr>
        <a:xfrm>
          <a:off x="0" y="1478894"/>
          <a:ext cx="9603275" cy="49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Deployment strategies across clusters </a:t>
          </a:r>
          <a:endParaRPr lang="en-US" sz="2300" kern="1200"/>
        </a:p>
      </dsp:txBody>
      <dsp:txXfrm>
        <a:off x="0" y="1478894"/>
        <a:ext cx="9603275" cy="492824"/>
      </dsp:txXfrm>
    </dsp:sp>
    <dsp:sp modelId="{EA63D14E-0367-0B4E-9DBC-004ED7A49609}">
      <dsp:nvSpPr>
        <dsp:cNvPr id="0" name=""/>
        <dsp:cNvSpPr/>
      </dsp:nvSpPr>
      <dsp:spPr>
        <a:xfrm>
          <a:off x="0" y="1971718"/>
          <a:ext cx="9603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9A36F-643C-954A-BABF-9442C4973E8A}">
      <dsp:nvSpPr>
        <dsp:cNvPr id="0" name=""/>
        <dsp:cNvSpPr/>
      </dsp:nvSpPr>
      <dsp:spPr>
        <a:xfrm>
          <a:off x="0" y="1971718"/>
          <a:ext cx="9603275" cy="49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Multi-tenancy </a:t>
          </a:r>
          <a:endParaRPr lang="en-US" sz="2300" kern="1200"/>
        </a:p>
      </dsp:txBody>
      <dsp:txXfrm>
        <a:off x="0" y="1971718"/>
        <a:ext cx="9603275" cy="492824"/>
      </dsp:txXfrm>
    </dsp:sp>
    <dsp:sp modelId="{2F41025E-7C7B-E24F-84FF-D7617036E8A6}">
      <dsp:nvSpPr>
        <dsp:cNvPr id="0" name=""/>
        <dsp:cNvSpPr/>
      </dsp:nvSpPr>
      <dsp:spPr>
        <a:xfrm>
          <a:off x="0" y="2464543"/>
          <a:ext cx="9603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B9892-D465-CD4D-B255-BC54B6EDFAD7}">
      <dsp:nvSpPr>
        <dsp:cNvPr id="0" name=""/>
        <dsp:cNvSpPr/>
      </dsp:nvSpPr>
      <dsp:spPr>
        <a:xfrm>
          <a:off x="0" y="2464543"/>
          <a:ext cx="9603275" cy="49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Namespaces vs Projects </a:t>
          </a:r>
          <a:endParaRPr lang="en-US" sz="2300" kern="1200"/>
        </a:p>
      </dsp:txBody>
      <dsp:txXfrm>
        <a:off x="0" y="2464543"/>
        <a:ext cx="9603275" cy="492824"/>
      </dsp:txXfrm>
    </dsp:sp>
    <dsp:sp modelId="{EE906CC3-55CC-FF40-8964-929601B5E5AA}">
      <dsp:nvSpPr>
        <dsp:cNvPr id="0" name=""/>
        <dsp:cNvSpPr/>
      </dsp:nvSpPr>
      <dsp:spPr>
        <a:xfrm>
          <a:off x="0" y="2957367"/>
          <a:ext cx="9603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D62B1-0991-BF49-8C06-47CB54E3F57B}">
      <dsp:nvSpPr>
        <dsp:cNvPr id="0" name=""/>
        <dsp:cNvSpPr/>
      </dsp:nvSpPr>
      <dsp:spPr>
        <a:xfrm>
          <a:off x="0" y="2957367"/>
          <a:ext cx="9603275" cy="49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Scaling Argo CD</a:t>
          </a:r>
          <a:endParaRPr lang="en-US" sz="2300" kern="1200"/>
        </a:p>
      </dsp:txBody>
      <dsp:txXfrm>
        <a:off x="0" y="2957367"/>
        <a:ext cx="9603275" cy="4928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4447D-C645-2A4E-A505-430E521AEBC9}">
      <dsp:nvSpPr>
        <dsp:cNvPr id="0" name=""/>
        <dsp:cNvSpPr/>
      </dsp:nvSpPr>
      <dsp:spPr>
        <a:xfrm>
          <a:off x="225102" y="2172"/>
          <a:ext cx="2860678" cy="171640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baseline="0"/>
            <a:t>Metrics (Prometheus) </a:t>
          </a:r>
          <a:endParaRPr lang="en-US" sz="3600" kern="1200"/>
        </a:p>
      </dsp:txBody>
      <dsp:txXfrm>
        <a:off x="225102" y="2172"/>
        <a:ext cx="2860678" cy="1716406"/>
      </dsp:txXfrm>
    </dsp:sp>
    <dsp:sp modelId="{D4192E0C-1276-C04D-8797-AD7F7229F426}">
      <dsp:nvSpPr>
        <dsp:cNvPr id="0" name=""/>
        <dsp:cNvSpPr/>
      </dsp:nvSpPr>
      <dsp:spPr>
        <a:xfrm>
          <a:off x="3371848" y="2172"/>
          <a:ext cx="2860678" cy="1716406"/>
        </a:xfrm>
        <a:prstGeom prst="rect">
          <a:avLst/>
        </a:prstGeom>
        <a:solidFill>
          <a:schemeClr val="accent5">
            <a:hueOff val="-336926"/>
            <a:satOff val="-1589"/>
            <a:lumOff val="39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baseline="0"/>
            <a:t>Alerts</a:t>
          </a:r>
          <a:endParaRPr lang="en-US" sz="3600" kern="1200"/>
        </a:p>
      </dsp:txBody>
      <dsp:txXfrm>
        <a:off x="3371848" y="2172"/>
        <a:ext cx="2860678" cy="1716406"/>
      </dsp:txXfrm>
    </dsp:sp>
    <dsp:sp modelId="{00AFE626-0D09-FA4B-A208-8D4AACB068B5}">
      <dsp:nvSpPr>
        <dsp:cNvPr id="0" name=""/>
        <dsp:cNvSpPr/>
      </dsp:nvSpPr>
      <dsp:spPr>
        <a:xfrm>
          <a:off x="6518594" y="2172"/>
          <a:ext cx="2860678" cy="1716406"/>
        </a:xfrm>
        <a:prstGeom prst="rect">
          <a:avLst/>
        </a:prstGeom>
        <a:solidFill>
          <a:schemeClr val="accent5">
            <a:hueOff val="-673852"/>
            <a:satOff val="-3178"/>
            <a:lumOff val="78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Monitoring Argo CD </a:t>
          </a:r>
        </a:p>
      </dsp:txBody>
      <dsp:txXfrm>
        <a:off x="6518594" y="2172"/>
        <a:ext cx="2860678" cy="1716406"/>
      </dsp:txXfrm>
    </dsp:sp>
    <dsp:sp modelId="{2C5EEA12-EC9F-194A-A4DD-62E5982A56A3}">
      <dsp:nvSpPr>
        <dsp:cNvPr id="0" name=""/>
        <dsp:cNvSpPr/>
      </dsp:nvSpPr>
      <dsp:spPr>
        <a:xfrm>
          <a:off x="225102" y="2004647"/>
          <a:ext cx="2860678" cy="1716406"/>
        </a:xfrm>
        <a:prstGeom prst="rect">
          <a:avLst/>
        </a:prstGeom>
        <a:solidFill>
          <a:schemeClr val="accent5">
            <a:hueOff val="-1010778"/>
            <a:satOff val="-4766"/>
            <a:lumOff val="117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Logs &amp; debugging </a:t>
          </a:r>
        </a:p>
      </dsp:txBody>
      <dsp:txXfrm>
        <a:off x="225102" y="2004647"/>
        <a:ext cx="2860678" cy="1716406"/>
      </dsp:txXfrm>
    </dsp:sp>
    <dsp:sp modelId="{5868020A-0299-644A-9F30-509BE3DC0CE5}">
      <dsp:nvSpPr>
        <dsp:cNvPr id="0" name=""/>
        <dsp:cNvSpPr/>
      </dsp:nvSpPr>
      <dsp:spPr>
        <a:xfrm>
          <a:off x="3371848" y="2004647"/>
          <a:ext cx="2860678" cy="1716406"/>
        </a:xfrm>
        <a:prstGeom prst="rect">
          <a:avLst/>
        </a:prstGeom>
        <a:solidFill>
          <a:schemeClr val="accent5">
            <a:hueOff val="-1347705"/>
            <a:satOff val="-6355"/>
            <a:lumOff val="156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Application health checks</a:t>
          </a:r>
        </a:p>
      </dsp:txBody>
      <dsp:txXfrm>
        <a:off x="3371848" y="2004647"/>
        <a:ext cx="2860678" cy="1716406"/>
      </dsp:txXfrm>
    </dsp:sp>
    <dsp:sp modelId="{8ABFB36F-B02E-2E41-BE5C-561E55C333B7}">
      <dsp:nvSpPr>
        <dsp:cNvPr id="0" name=""/>
        <dsp:cNvSpPr/>
      </dsp:nvSpPr>
      <dsp:spPr>
        <a:xfrm>
          <a:off x="6518594" y="2004647"/>
          <a:ext cx="2860678" cy="1716406"/>
        </a:xfrm>
        <a:prstGeom prst="rect">
          <a:avLst/>
        </a:prstGeom>
        <a:solidFill>
          <a:schemeClr val="accent5">
            <a:hueOff val="-1684631"/>
            <a:satOff val="-7944"/>
            <a:lumOff val="196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baseline="0"/>
            <a:t>Argo Events </a:t>
          </a:r>
          <a:endParaRPr lang="en-US" sz="3600" kern="1200"/>
        </a:p>
      </dsp:txBody>
      <dsp:txXfrm>
        <a:off x="6518594" y="2004647"/>
        <a:ext cx="2860678" cy="1716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2419A8-7477-8246-9581-2D4B71A803C4}">
      <dsp:nvSpPr>
        <dsp:cNvPr id="0" name=""/>
        <dsp:cNvSpPr/>
      </dsp:nvSpPr>
      <dsp:spPr>
        <a:xfrm>
          <a:off x="2813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097023-E71A-6D48-94CC-D7FDE2AA88FA}">
      <dsp:nvSpPr>
        <dsp:cNvPr id="0" name=""/>
        <dsp:cNvSpPr/>
      </dsp:nvSpPr>
      <dsp:spPr>
        <a:xfrm>
          <a:off x="226040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Argo Rollouts (progressive delivery) </a:t>
          </a:r>
          <a:endParaRPr lang="en-US" sz="2400" kern="1200"/>
        </a:p>
      </dsp:txBody>
      <dsp:txXfrm>
        <a:off x="263405" y="1167774"/>
        <a:ext cx="1934310" cy="1201010"/>
      </dsp:txXfrm>
    </dsp:sp>
    <dsp:sp modelId="{841FB4BA-22B8-8642-A7FE-940F36D823F4}">
      <dsp:nvSpPr>
        <dsp:cNvPr id="0" name=""/>
        <dsp:cNvSpPr/>
      </dsp:nvSpPr>
      <dsp:spPr>
        <a:xfrm>
          <a:off x="2458307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0FF3DA-9283-D448-9189-CEEB97AE2D4A}">
      <dsp:nvSpPr>
        <dsp:cNvPr id="0" name=""/>
        <dsp:cNvSpPr/>
      </dsp:nvSpPr>
      <dsp:spPr>
        <a:xfrm>
          <a:off x="2681533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Blue-Green deployments </a:t>
          </a:r>
          <a:endParaRPr lang="en-US" sz="2400" kern="1200"/>
        </a:p>
      </dsp:txBody>
      <dsp:txXfrm>
        <a:off x="2718898" y="1167774"/>
        <a:ext cx="1934310" cy="1201010"/>
      </dsp:txXfrm>
    </dsp:sp>
    <dsp:sp modelId="{6C909978-D302-4341-A95C-5E10C839CBC3}">
      <dsp:nvSpPr>
        <dsp:cNvPr id="0" name=""/>
        <dsp:cNvSpPr/>
      </dsp:nvSpPr>
      <dsp:spPr>
        <a:xfrm>
          <a:off x="4913800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BA8A0E-30AC-2A41-BDD1-2ACCDD1FF690}">
      <dsp:nvSpPr>
        <dsp:cNvPr id="0" name=""/>
        <dsp:cNvSpPr/>
      </dsp:nvSpPr>
      <dsp:spPr>
        <a:xfrm>
          <a:off x="5137027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Canary deployments </a:t>
          </a:r>
          <a:endParaRPr lang="en-US" sz="2400" kern="1200"/>
        </a:p>
      </dsp:txBody>
      <dsp:txXfrm>
        <a:off x="5174392" y="1167774"/>
        <a:ext cx="1934310" cy="1201010"/>
      </dsp:txXfrm>
    </dsp:sp>
    <dsp:sp modelId="{C986228E-C627-C346-9FE3-A92054054ED6}">
      <dsp:nvSpPr>
        <dsp:cNvPr id="0" name=""/>
        <dsp:cNvSpPr/>
      </dsp:nvSpPr>
      <dsp:spPr>
        <a:xfrm>
          <a:off x="7369294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914837-E50E-AD48-8D13-9BC8228C2F1B}">
      <dsp:nvSpPr>
        <dsp:cNvPr id="0" name=""/>
        <dsp:cNvSpPr/>
      </dsp:nvSpPr>
      <dsp:spPr>
        <a:xfrm>
          <a:off x="7592521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GitOps for microservices</a:t>
          </a:r>
          <a:endParaRPr lang="en-US" sz="2400" kern="1200"/>
        </a:p>
      </dsp:txBody>
      <dsp:txXfrm>
        <a:off x="7629886" y="1167774"/>
        <a:ext cx="1934310" cy="12010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CC7AD7-FC77-DE43-907B-C03510E414A9}">
      <dsp:nvSpPr>
        <dsp:cNvPr id="0" name=""/>
        <dsp:cNvSpPr/>
      </dsp:nvSpPr>
      <dsp:spPr>
        <a:xfrm rot="5400000">
          <a:off x="6102426" y="-2536091"/>
          <a:ext cx="857096" cy="614680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/>
            <a:t>Block invalid configs 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/>
            <a:t>Example: no root user </a:t>
          </a:r>
          <a:endParaRPr lang="en-US" sz="2300" kern="1200"/>
        </a:p>
      </dsp:txBody>
      <dsp:txXfrm rot="-5400000">
        <a:off x="3457574" y="150601"/>
        <a:ext cx="6104960" cy="773416"/>
      </dsp:txXfrm>
    </dsp:sp>
    <dsp:sp modelId="{306A7F56-DA69-E44E-8D43-288C72988CDE}">
      <dsp:nvSpPr>
        <dsp:cNvPr id="0" name=""/>
        <dsp:cNvSpPr/>
      </dsp:nvSpPr>
      <dsp:spPr>
        <a:xfrm>
          <a:off x="0" y="1623"/>
          <a:ext cx="3457575" cy="10713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✅ Validate</a:t>
          </a:r>
          <a:endParaRPr lang="en-US" sz="4100" kern="1200"/>
        </a:p>
      </dsp:txBody>
      <dsp:txXfrm>
        <a:off x="52300" y="53923"/>
        <a:ext cx="3352975" cy="966770"/>
      </dsp:txXfrm>
    </dsp:sp>
    <dsp:sp modelId="{4FB78F5D-4367-8447-B594-369F9E1D4159}">
      <dsp:nvSpPr>
        <dsp:cNvPr id="0" name=""/>
        <dsp:cNvSpPr/>
      </dsp:nvSpPr>
      <dsp:spPr>
        <a:xfrm rot="5400000">
          <a:off x="6102426" y="-1411153"/>
          <a:ext cx="857096" cy="6146800"/>
        </a:xfrm>
        <a:prstGeom prst="round2SameRect">
          <a:avLst/>
        </a:prstGeom>
        <a:solidFill>
          <a:schemeClr val="accent5">
            <a:tint val="40000"/>
            <a:alpha val="90000"/>
            <a:hueOff val="-887704"/>
            <a:satOff val="-2520"/>
            <a:lumOff val="76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887704"/>
              <a:satOff val="-2520"/>
              <a:lumOff val="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/>
            <a:t>Modify resources automatically 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/>
            <a:t>Example: add labels </a:t>
          </a:r>
          <a:endParaRPr lang="en-US" sz="2300" kern="1200"/>
        </a:p>
      </dsp:txBody>
      <dsp:txXfrm rot="-5400000">
        <a:off x="3457574" y="1275539"/>
        <a:ext cx="6104960" cy="773416"/>
      </dsp:txXfrm>
    </dsp:sp>
    <dsp:sp modelId="{30B1B621-BBA0-D44A-AD05-67284F0A1BF6}">
      <dsp:nvSpPr>
        <dsp:cNvPr id="0" name=""/>
        <dsp:cNvSpPr/>
      </dsp:nvSpPr>
      <dsp:spPr>
        <a:xfrm>
          <a:off x="0" y="1126561"/>
          <a:ext cx="3457575" cy="1071370"/>
        </a:xfrm>
        <a:prstGeom prst="roundRect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🔧 Mutate</a:t>
          </a:r>
          <a:endParaRPr lang="en-US" sz="4100" kern="1200"/>
        </a:p>
      </dsp:txBody>
      <dsp:txXfrm>
        <a:off x="52300" y="1178861"/>
        <a:ext cx="3352975" cy="966770"/>
      </dsp:txXfrm>
    </dsp:sp>
    <dsp:sp modelId="{9ED793C0-0C48-C14E-8F28-EEF111F25764}">
      <dsp:nvSpPr>
        <dsp:cNvPr id="0" name=""/>
        <dsp:cNvSpPr/>
      </dsp:nvSpPr>
      <dsp:spPr>
        <a:xfrm rot="5400000">
          <a:off x="6102426" y="-286214"/>
          <a:ext cx="857096" cy="6146800"/>
        </a:xfrm>
        <a:prstGeom prst="round2SameRect">
          <a:avLst/>
        </a:prstGeom>
        <a:solidFill>
          <a:schemeClr val="accent5">
            <a:tint val="40000"/>
            <a:alpha val="90000"/>
            <a:hueOff val="-1775408"/>
            <a:satOff val="-5040"/>
            <a:lumOff val="15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775408"/>
              <a:satOff val="-5040"/>
              <a:lumOff val="15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/>
            <a:t>Create resources automatically 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/>
            <a:t>Example: create NetworkPolicy</a:t>
          </a:r>
          <a:endParaRPr lang="en-US" sz="2300" kern="1200"/>
        </a:p>
      </dsp:txBody>
      <dsp:txXfrm rot="-5400000">
        <a:off x="3457574" y="2400478"/>
        <a:ext cx="6104960" cy="773416"/>
      </dsp:txXfrm>
    </dsp:sp>
    <dsp:sp modelId="{AF48E010-53A0-5740-A6FB-5C07994F37D4}">
      <dsp:nvSpPr>
        <dsp:cNvPr id="0" name=""/>
        <dsp:cNvSpPr/>
      </dsp:nvSpPr>
      <dsp:spPr>
        <a:xfrm>
          <a:off x="0" y="2251500"/>
          <a:ext cx="3457575" cy="1071370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1" kern="1200"/>
            <a:t>🔄 Generate</a:t>
          </a:r>
          <a:endParaRPr lang="en-US" sz="4100" kern="1200"/>
        </a:p>
      </dsp:txBody>
      <dsp:txXfrm>
        <a:off x="52300" y="2303800"/>
        <a:ext cx="3352975" cy="9667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84A5A1-84D8-F245-98F4-C88D6B73C89B}">
      <dsp:nvSpPr>
        <dsp:cNvPr id="0" name=""/>
        <dsp:cNvSpPr/>
      </dsp:nvSpPr>
      <dsp:spPr>
        <a:xfrm>
          <a:off x="1182687" y="566"/>
          <a:ext cx="4730749" cy="73586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790" tIns="186910" rIns="91790" bIns="1869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Configure readiness and liveness probes , Label checks, </a:t>
          </a:r>
        </a:p>
      </dsp:txBody>
      <dsp:txXfrm>
        <a:off x="1182687" y="566"/>
        <a:ext cx="4730749" cy="735866"/>
      </dsp:txXfrm>
    </dsp:sp>
    <dsp:sp modelId="{CB331487-DAE3-C24F-9CF0-B92C0FF9AB02}">
      <dsp:nvSpPr>
        <dsp:cNvPr id="0" name=""/>
        <dsp:cNvSpPr/>
      </dsp:nvSpPr>
      <dsp:spPr>
        <a:xfrm>
          <a:off x="0" y="566"/>
          <a:ext cx="1182687" cy="73586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584" tIns="72687" rIns="62584" bIns="7268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Configure</a:t>
          </a:r>
        </a:p>
      </dsp:txBody>
      <dsp:txXfrm>
        <a:off x="0" y="566"/>
        <a:ext cx="1182687" cy="735866"/>
      </dsp:txXfrm>
    </dsp:sp>
    <dsp:sp modelId="{FB290327-889D-054B-B9A8-B87E18AC4E0E}">
      <dsp:nvSpPr>
        <dsp:cNvPr id="0" name=""/>
        <dsp:cNvSpPr/>
      </dsp:nvSpPr>
      <dsp:spPr>
        <a:xfrm>
          <a:off x="1182687" y="780584"/>
          <a:ext cx="4730749" cy="735866"/>
        </a:xfrm>
        <a:prstGeom prst="rect">
          <a:avLst/>
        </a:prstGeom>
        <a:solidFill>
          <a:schemeClr val="accent5">
            <a:tint val="40000"/>
            <a:alpha val="90000"/>
            <a:hueOff val="-355082"/>
            <a:satOff val="-1008"/>
            <a:lumOff val="3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355082"/>
              <a:satOff val="-1008"/>
              <a:lumOff val="3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790" tIns="186910" rIns="91790" bIns="1869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Configure resource quotas, Resource Limit configuration, Image Validation</a:t>
          </a:r>
        </a:p>
      </dsp:txBody>
      <dsp:txXfrm>
        <a:off x="1182687" y="780584"/>
        <a:ext cx="4730749" cy="735866"/>
      </dsp:txXfrm>
    </dsp:sp>
    <dsp:sp modelId="{D3A59B33-99E4-BB4E-A332-D30887DB8991}">
      <dsp:nvSpPr>
        <dsp:cNvPr id="0" name=""/>
        <dsp:cNvSpPr/>
      </dsp:nvSpPr>
      <dsp:spPr>
        <a:xfrm>
          <a:off x="0" y="780584"/>
          <a:ext cx="1182687" cy="735866"/>
        </a:xfrm>
        <a:prstGeom prst="rect">
          <a:avLst/>
        </a:prstGeom>
        <a:gradFill rotWithShape="0">
          <a:gsLst>
            <a:gs pos="0">
              <a:schemeClr val="accent5">
                <a:hueOff val="-336926"/>
                <a:satOff val="-1589"/>
                <a:lumOff val="39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336926"/>
                <a:satOff val="-1589"/>
                <a:lumOff val="39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336926"/>
                <a:satOff val="-1589"/>
                <a:lumOff val="39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336926"/>
              <a:satOff val="-1589"/>
              <a:lumOff val="39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584" tIns="72687" rIns="62584" bIns="7268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Configure</a:t>
          </a:r>
        </a:p>
      </dsp:txBody>
      <dsp:txXfrm>
        <a:off x="0" y="780584"/>
        <a:ext cx="1182687" cy="735866"/>
      </dsp:txXfrm>
    </dsp:sp>
    <dsp:sp modelId="{C57D25B0-6123-464E-9F8C-5B64A254B64E}">
      <dsp:nvSpPr>
        <dsp:cNvPr id="0" name=""/>
        <dsp:cNvSpPr/>
      </dsp:nvSpPr>
      <dsp:spPr>
        <a:xfrm>
          <a:off x="1182687" y="1560602"/>
          <a:ext cx="4730749" cy="735866"/>
        </a:xfrm>
        <a:prstGeom prst="rect">
          <a:avLst/>
        </a:prstGeom>
        <a:solidFill>
          <a:schemeClr val="accent5">
            <a:tint val="40000"/>
            <a:alpha val="90000"/>
            <a:hueOff val="-710163"/>
            <a:satOff val="-2016"/>
            <a:lumOff val="6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710163"/>
              <a:satOff val="-2016"/>
              <a:lumOff val="6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790" tIns="186910" rIns="91790" bIns="1869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Do not use mutable (latest) image tags </a:t>
          </a:r>
        </a:p>
      </dsp:txBody>
      <dsp:txXfrm>
        <a:off x="1182687" y="1560602"/>
        <a:ext cx="4730749" cy="735866"/>
      </dsp:txXfrm>
    </dsp:sp>
    <dsp:sp modelId="{9CF94B5D-79E6-6F43-97C6-6816C4BFE2AB}">
      <dsp:nvSpPr>
        <dsp:cNvPr id="0" name=""/>
        <dsp:cNvSpPr/>
      </dsp:nvSpPr>
      <dsp:spPr>
        <a:xfrm>
          <a:off x="0" y="1560602"/>
          <a:ext cx="1182687" cy="735866"/>
        </a:xfrm>
        <a:prstGeom prst="rect">
          <a:avLst/>
        </a:prstGeom>
        <a:gradFill rotWithShape="0">
          <a:gsLst>
            <a:gs pos="0">
              <a:schemeClr val="accent5">
                <a:hueOff val="-673852"/>
                <a:satOff val="-3178"/>
                <a:lumOff val="78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673852"/>
                <a:satOff val="-3178"/>
                <a:lumOff val="78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673852"/>
                <a:satOff val="-3178"/>
                <a:lumOff val="78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673852"/>
              <a:satOff val="-3178"/>
              <a:lumOff val="78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584" tIns="72687" rIns="62584" bIns="7268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 not use</a:t>
          </a:r>
        </a:p>
      </dsp:txBody>
      <dsp:txXfrm>
        <a:off x="0" y="1560602"/>
        <a:ext cx="1182687" cy="735866"/>
      </dsp:txXfrm>
    </dsp:sp>
    <dsp:sp modelId="{05371447-7C77-9E47-AD03-42B1F2943C81}">
      <dsp:nvSpPr>
        <dsp:cNvPr id="0" name=""/>
        <dsp:cNvSpPr/>
      </dsp:nvSpPr>
      <dsp:spPr>
        <a:xfrm>
          <a:off x="1182687" y="2340619"/>
          <a:ext cx="4730749" cy="735866"/>
        </a:xfrm>
        <a:prstGeom prst="rect">
          <a:avLst/>
        </a:prstGeom>
        <a:solidFill>
          <a:schemeClr val="accent5">
            <a:tint val="40000"/>
            <a:alpha val="90000"/>
            <a:hueOff val="-1065245"/>
            <a:satOff val="-3024"/>
            <a:lumOff val="9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65245"/>
              <a:satOff val="-3024"/>
              <a:lumOff val="9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790" tIns="186910" rIns="91790" bIns="1869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Restrict image registries</a:t>
          </a:r>
        </a:p>
      </dsp:txBody>
      <dsp:txXfrm>
        <a:off x="1182687" y="2340619"/>
        <a:ext cx="4730749" cy="735866"/>
      </dsp:txXfrm>
    </dsp:sp>
    <dsp:sp modelId="{FA95601E-E0F0-244E-A982-51BBFAC98C93}">
      <dsp:nvSpPr>
        <dsp:cNvPr id="0" name=""/>
        <dsp:cNvSpPr/>
      </dsp:nvSpPr>
      <dsp:spPr>
        <a:xfrm>
          <a:off x="0" y="2340619"/>
          <a:ext cx="1182687" cy="735866"/>
        </a:xfrm>
        <a:prstGeom prst="rect">
          <a:avLst/>
        </a:prstGeom>
        <a:gradFill rotWithShape="0">
          <a:gsLst>
            <a:gs pos="0">
              <a:schemeClr val="accent5">
                <a:hueOff val="-1010778"/>
                <a:satOff val="-4766"/>
                <a:lumOff val="117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010778"/>
                <a:satOff val="-4766"/>
                <a:lumOff val="117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010778"/>
                <a:satOff val="-4766"/>
                <a:lumOff val="117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010778"/>
              <a:satOff val="-4766"/>
              <a:lumOff val="11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584" tIns="72687" rIns="62584" bIns="7268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Restrict</a:t>
          </a:r>
        </a:p>
      </dsp:txBody>
      <dsp:txXfrm>
        <a:off x="0" y="2340619"/>
        <a:ext cx="1182687" cy="735866"/>
      </dsp:txXfrm>
    </dsp:sp>
    <dsp:sp modelId="{D437C8B8-7AFB-934F-9279-69B6782331D2}">
      <dsp:nvSpPr>
        <dsp:cNvPr id="0" name=""/>
        <dsp:cNvSpPr/>
      </dsp:nvSpPr>
      <dsp:spPr>
        <a:xfrm>
          <a:off x="1182687" y="3120637"/>
          <a:ext cx="4730749" cy="735866"/>
        </a:xfrm>
        <a:prstGeom prst="rect">
          <a:avLst/>
        </a:prstGeom>
        <a:solidFill>
          <a:schemeClr val="accent5">
            <a:tint val="40000"/>
            <a:alpha val="90000"/>
            <a:hueOff val="-1420326"/>
            <a:satOff val="-4032"/>
            <a:lumOff val="12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420326"/>
              <a:satOff val="-4032"/>
              <a:lumOff val="1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790" tIns="186910" rIns="91790" bIns="1869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Configure pod security</a:t>
          </a:r>
        </a:p>
      </dsp:txBody>
      <dsp:txXfrm>
        <a:off x="1182687" y="3120637"/>
        <a:ext cx="4730749" cy="735866"/>
      </dsp:txXfrm>
    </dsp:sp>
    <dsp:sp modelId="{DCF14923-BCA4-2E47-83F5-1336835FECB3}">
      <dsp:nvSpPr>
        <dsp:cNvPr id="0" name=""/>
        <dsp:cNvSpPr/>
      </dsp:nvSpPr>
      <dsp:spPr>
        <a:xfrm>
          <a:off x="0" y="3120637"/>
          <a:ext cx="1182687" cy="735866"/>
        </a:xfrm>
        <a:prstGeom prst="rect">
          <a:avLst/>
        </a:prstGeom>
        <a:gradFill rotWithShape="0">
          <a:gsLst>
            <a:gs pos="0">
              <a:schemeClr val="accent5">
                <a:hueOff val="-1347705"/>
                <a:satOff val="-6355"/>
                <a:lumOff val="156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347705"/>
                <a:satOff val="-6355"/>
                <a:lumOff val="156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347705"/>
                <a:satOff val="-6355"/>
                <a:lumOff val="156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347705"/>
              <a:satOff val="-6355"/>
              <a:lumOff val="156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584" tIns="72687" rIns="62584" bIns="7268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Configure</a:t>
          </a:r>
        </a:p>
      </dsp:txBody>
      <dsp:txXfrm>
        <a:off x="0" y="3120637"/>
        <a:ext cx="1182687" cy="735866"/>
      </dsp:txXfrm>
    </dsp:sp>
    <dsp:sp modelId="{DCEE54FE-4594-2C4F-9690-6DB916D7FC7E}">
      <dsp:nvSpPr>
        <dsp:cNvPr id="0" name=""/>
        <dsp:cNvSpPr/>
      </dsp:nvSpPr>
      <dsp:spPr>
        <a:xfrm>
          <a:off x="1182687" y="3900655"/>
          <a:ext cx="4730749" cy="735866"/>
        </a:xfrm>
        <a:prstGeom prst="rect">
          <a:avLst/>
        </a:prstGeom>
        <a:solidFill>
          <a:schemeClr val="accent5">
            <a:tint val="40000"/>
            <a:alpha val="90000"/>
            <a:hueOff val="-1775408"/>
            <a:satOff val="-5040"/>
            <a:lumOff val="15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775408"/>
              <a:satOff val="-5040"/>
              <a:lumOff val="15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790" tIns="186910" rIns="91790" bIns="1869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Not allow Resource creation / Modification – resource Quota </a:t>
          </a:r>
        </a:p>
      </dsp:txBody>
      <dsp:txXfrm>
        <a:off x="1182687" y="3900655"/>
        <a:ext cx="4730749" cy="735866"/>
      </dsp:txXfrm>
    </dsp:sp>
    <dsp:sp modelId="{D2C8192B-A86E-1540-93A3-FD90D87C3A05}">
      <dsp:nvSpPr>
        <dsp:cNvPr id="0" name=""/>
        <dsp:cNvSpPr/>
      </dsp:nvSpPr>
      <dsp:spPr>
        <a:xfrm>
          <a:off x="0" y="3900655"/>
          <a:ext cx="1182687" cy="735866"/>
        </a:xfrm>
        <a:prstGeom prst="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684631"/>
              <a:satOff val="-7944"/>
              <a:lumOff val="196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584" tIns="72687" rIns="62584" bIns="7268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Allow</a:t>
          </a:r>
        </a:p>
      </dsp:txBody>
      <dsp:txXfrm>
        <a:off x="0" y="3900655"/>
        <a:ext cx="1182687" cy="7358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1F55B-DFEB-0B4E-B1D0-76AB6C6A1469}">
      <dsp:nvSpPr>
        <dsp:cNvPr id="0" name=""/>
        <dsp:cNvSpPr/>
      </dsp:nvSpPr>
      <dsp:spPr>
        <a:xfrm>
          <a:off x="2813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696026-FE6E-DB41-9072-EB50256B4B23}">
      <dsp:nvSpPr>
        <dsp:cNvPr id="0" name=""/>
        <dsp:cNvSpPr/>
      </dsp:nvSpPr>
      <dsp:spPr>
        <a:xfrm>
          <a:off x="226040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Policy-as-Code </a:t>
          </a:r>
          <a:endParaRPr lang="en-US" sz="2500" kern="1200"/>
        </a:p>
      </dsp:txBody>
      <dsp:txXfrm>
        <a:off x="263405" y="1167774"/>
        <a:ext cx="1934310" cy="1201010"/>
      </dsp:txXfrm>
    </dsp:sp>
    <dsp:sp modelId="{10DC7F69-124C-E345-8673-F41FD739278B}">
      <dsp:nvSpPr>
        <dsp:cNvPr id="0" name=""/>
        <dsp:cNvSpPr/>
      </dsp:nvSpPr>
      <dsp:spPr>
        <a:xfrm>
          <a:off x="2458307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A3F336-708B-AD41-A5B2-822AE2BEDE88}">
      <dsp:nvSpPr>
        <dsp:cNvPr id="0" name=""/>
        <dsp:cNvSpPr/>
      </dsp:nvSpPr>
      <dsp:spPr>
        <a:xfrm>
          <a:off x="2681533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Kubernetes-native </a:t>
          </a:r>
          <a:endParaRPr lang="en-US" sz="2500" kern="1200"/>
        </a:p>
      </dsp:txBody>
      <dsp:txXfrm>
        <a:off x="2718898" y="1167774"/>
        <a:ext cx="1934310" cy="1201010"/>
      </dsp:txXfrm>
    </dsp:sp>
    <dsp:sp modelId="{744571A0-3200-184C-901F-93E85D214150}">
      <dsp:nvSpPr>
        <dsp:cNvPr id="0" name=""/>
        <dsp:cNvSpPr/>
      </dsp:nvSpPr>
      <dsp:spPr>
        <a:xfrm>
          <a:off x="4913800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F8A1F5-8AC3-6C49-8EA3-8BB25203E8E9}">
      <dsp:nvSpPr>
        <dsp:cNvPr id="0" name=""/>
        <dsp:cNvSpPr/>
      </dsp:nvSpPr>
      <dsp:spPr>
        <a:xfrm>
          <a:off x="5137027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Improves security &amp; governance </a:t>
          </a:r>
          <a:endParaRPr lang="en-US" sz="2500" kern="1200"/>
        </a:p>
      </dsp:txBody>
      <dsp:txXfrm>
        <a:off x="5174392" y="1167774"/>
        <a:ext cx="1934310" cy="1201010"/>
      </dsp:txXfrm>
    </dsp:sp>
    <dsp:sp modelId="{06694C02-9605-7848-AB73-D21E5FCD8AD8}">
      <dsp:nvSpPr>
        <dsp:cNvPr id="0" name=""/>
        <dsp:cNvSpPr/>
      </dsp:nvSpPr>
      <dsp:spPr>
        <a:xfrm>
          <a:off x="7369294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C6ECBE-0EC7-DF43-8A8E-FA9549474C9C}">
      <dsp:nvSpPr>
        <dsp:cNvPr id="0" name=""/>
        <dsp:cNvSpPr/>
      </dsp:nvSpPr>
      <dsp:spPr>
        <a:xfrm>
          <a:off x="7592521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Works with GitOps</a:t>
          </a:r>
          <a:endParaRPr lang="en-US" sz="2500" kern="1200"/>
        </a:p>
      </dsp:txBody>
      <dsp:txXfrm>
        <a:off x="7629886" y="1167774"/>
        <a:ext cx="1934310" cy="1201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80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94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10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58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80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0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262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0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76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61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C8A14-3447-6448-9168-C1D0BE22365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76531CA-172E-9E4F-BE84-11829259467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60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4B56-D160-ACAE-8EF2-3F7FE96EE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6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6DFB1-5BBF-8EF7-090C-B4BFEAC240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GitOps with </a:t>
            </a:r>
            <a:r>
              <a:rPr lang="en-US" dirty="0" err="1"/>
              <a:t>ArgoCD</a:t>
            </a:r>
            <a:r>
              <a:rPr lang="en-US" dirty="0"/>
              <a:t>, </a:t>
            </a:r>
            <a:r>
              <a:rPr lang="en-IN" dirty="0"/>
              <a:t>Kubernetes-native policy engine</a:t>
            </a:r>
            <a:r>
              <a:rPr lang="en-US" dirty="0"/>
              <a:t> with Kyverno</a:t>
            </a:r>
          </a:p>
        </p:txBody>
      </p:sp>
    </p:spTree>
    <p:extLst>
      <p:ext uri="{BB962C8B-B14F-4D97-AF65-F5344CB8AC3E}">
        <p14:creationId xmlns:p14="http://schemas.microsoft.com/office/powerpoint/2010/main" val="1906152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elivery drone carrying a package inside a warehouse">
            <a:extLst>
              <a:ext uri="{FF2B5EF4-FFF2-40B4-BE49-F238E27FC236}">
                <a16:creationId xmlns:a16="http://schemas.microsoft.com/office/drawing/2014/main" id="{1173E8D3-C1CB-1CE2-C22E-E8A2BDDC9F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2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E10D1-5B95-E2A4-09F1-04DC146D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dirty="0"/>
              <a:t>Why ARGOCD ?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9B3E4-64F1-BF02-4050-949E610C0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r>
              <a:rPr lang="en-IN" dirty="0"/>
              <a:t>Declarative GitOps Approach</a:t>
            </a:r>
          </a:p>
          <a:p>
            <a:r>
              <a:rPr lang="en-IN" dirty="0"/>
              <a:t>Continuous Delivery Made Simple</a:t>
            </a:r>
          </a:p>
          <a:p>
            <a:r>
              <a:rPr lang="en-IN" dirty="0"/>
              <a:t>Powerful UI </a:t>
            </a:r>
          </a:p>
          <a:p>
            <a:r>
              <a:rPr lang="en-IN" dirty="0"/>
              <a:t>Visualization &amp; Monitoring</a:t>
            </a:r>
          </a:p>
          <a:p>
            <a:r>
              <a:rPr lang="en-IN" dirty="0"/>
              <a:t>Multi-Cluster Support</a:t>
            </a:r>
          </a:p>
          <a:p>
            <a:r>
              <a:rPr lang="en-IN" dirty="0"/>
              <a:t>Works with Helm &amp; Kustomize</a:t>
            </a:r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512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3B84-E700-5C9E-74B5-E5D36C98A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Argo 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F51406-460F-01BC-BF6F-34E127514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04089" y="2016125"/>
            <a:ext cx="4698147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7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176DA6-4BBF-42A4-9C94-E6613CCD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AAB0AE-172B-4FB4-80C2-86CD6B824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EF82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264B1CDB-97F3-1B26-D5A1-C80AD05C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191" y="643467"/>
            <a:ext cx="909561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36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820B86-BD40-8188-ED8B-E9C1D491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GitOps CI/CD Workflow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431511-E06A-8F27-609E-EB084E5A8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1579" y="2015732"/>
            <a:ext cx="9201634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5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C99-B984-4146-2179-A1F53915E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700"/>
              <a:t>ARgoCD ArCHITECUTURE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C9F26C-14EE-A005-E276-C3E2A28323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32540" y="805583"/>
            <a:ext cx="4684183" cy="466076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650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CE2E-76CF-AB3F-97C1-9BC011FF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ArgoCD</a:t>
            </a:r>
            <a:r>
              <a:rPr lang="en-IN" dirty="0"/>
              <a:t> sync policies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4968D-EF64-3FC1-0F04-0E4A76BC38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Manual Sync Policy	</a:t>
            </a:r>
          </a:p>
          <a:p>
            <a:pPr lvl="1"/>
            <a:r>
              <a:rPr lang="en-IN" dirty="0"/>
              <a:t>Changes in Git </a:t>
            </a:r>
            <a:r>
              <a:rPr lang="en-IN" b="1" dirty="0"/>
              <a:t>will not be applied automatically</a:t>
            </a:r>
            <a:r>
              <a:rPr lang="en-IN" dirty="0"/>
              <a:t> to the cluster. You have to trigger the sync manually via CLI or UI.</a:t>
            </a:r>
            <a:endParaRPr lang="en-US" dirty="0"/>
          </a:p>
          <a:p>
            <a:r>
              <a:rPr lang="en-IN" b="1" dirty="0"/>
              <a:t>Pros:</a:t>
            </a:r>
            <a:endParaRPr lang="en-IN" dirty="0"/>
          </a:p>
          <a:p>
            <a:pPr lvl="1"/>
            <a:r>
              <a:rPr lang="en-IN" dirty="0"/>
              <a:t>Safer for critical environments </a:t>
            </a:r>
          </a:p>
          <a:p>
            <a:pPr lvl="1"/>
            <a:r>
              <a:rPr lang="en-IN" dirty="0"/>
              <a:t>Prevents accidental changes</a:t>
            </a:r>
          </a:p>
          <a:p>
            <a:r>
              <a:rPr lang="en-IN" b="1" dirty="0"/>
              <a:t>Cons:</a:t>
            </a:r>
            <a:endParaRPr lang="en-IN" dirty="0"/>
          </a:p>
          <a:p>
            <a:pPr lvl="1"/>
            <a:r>
              <a:rPr lang="en-IN" dirty="0"/>
              <a:t>Slower deployments </a:t>
            </a:r>
          </a:p>
          <a:p>
            <a:pPr lvl="1"/>
            <a:r>
              <a:rPr lang="en-IN" dirty="0"/>
              <a:t>Requires human intervention</a:t>
            </a:r>
          </a:p>
          <a:p>
            <a:pPr lvl="1"/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B50F4-44EE-1013-B477-2A5D91CD41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Automatic Sync</a:t>
            </a:r>
          </a:p>
          <a:p>
            <a:pPr lvl="1"/>
            <a:r>
              <a:rPr lang="en-IN" dirty="0" err="1"/>
              <a:t>ArgoCD</a:t>
            </a:r>
            <a:r>
              <a:rPr lang="en-IN" dirty="0"/>
              <a:t> </a:t>
            </a:r>
            <a:r>
              <a:rPr lang="en-IN" b="1" dirty="0"/>
              <a:t>automatically applies changes</a:t>
            </a:r>
            <a:r>
              <a:rPr lang="en-IN" dirty="0"/>
              <a:t> from Git to the cluster.</a:t>
            </a:r>
          </a:p>
          <a:p>
            <a:r>
              <a:rPr lang="en-IN" b="1" dirty="0"/>
              <a:t>Pros:</a:t>
            </a:r>
            <a:endParaRPr lang="en-IN" dirty="0"/>
          </a:p>
          <a:p>
            <a:pPr lvl="1"/>
            <a:r>
              <a:rPr lang="en-IN" dirty="0"/>
              <a:t>Continuous delivery, faster deployments </a:t>
            </a:r>
          </a:p>
          <a:p>
            <a:pPr lvl="1"/>
            <a:r>
              <a:rPr lang="en-IN" dirty="0"/>
              <a:t>Ensures Git and cluster are always in sync </a:t>
            </a:r>
          </a:p>
          <a:p>
            <a:r>
              <a:rPr lang="en-IN" b="1" dirty="0"/>
              <a:t>Cons:</a:t>
            </a:r>
            <a:endParaRPr lang="en-IN" dirty="0"/>
          </a:p>
          <a:p>
            <a:pPr lvl="1"/>
            <a:r>
              <a:rPr lang="en-IN" dirty="0"/>
              <a:t>Risky if a bad manifest is pushed to Git </a:t>
            </a:r>
          </a:p>
          <a:p>
            <a:pPr lvl="1"/>
            <a:r>
              <a:rPr lang="en-IN" dirty="0"/>
              <a:t>Might apply unintended changes immediately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72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1176DA6-4BBF-42A4-9C94-E6613CCD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AAB0AE-172B-4FB4-80C2-86CD6B824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4B90B8-E40C-C142-15A6-202FCC2D0E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6356402"/>
              </p:ext>
            </p:extLst>
          </p:nvPr>
        </p:nvGraphicFramePr>
        <p:xfrm>
          <a:off x="753315" y="643467"/>
          <a:ext cx="10685372" cy="5571068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3616976">
                  <a:extLst>
                    <a:ext uri="{9D8B030D-6E8A-4147-A177-3AD203B41FA5}">
                      <a16:colId xmlns:a16="http://schemas.microsoft.com/office/drawing/2014/main" val="710669085"/>
                    </a:ext>
                  </a:extLst>
                </a:gridCol>
                <a:gridCol w="3412209">
                  <a:extLst>
                    <a:ext uri="{9D8B030D-6E8A-4147-A177-3AD203B41FA5}">
                      <a16:colId xmlns:a16="http://schemas.microsoft.com/office/drawing/2014/main" val="639839067"/>
                    </a:ext>
                  </a:extLst>
                </a:gridCol>
                <a:gridCol w="3656187">
                  <a:extLst>
                    <a:ext uri="{9D8B030D-6E8A-4147-A177-3AD203B41FA5}">
                      <a16:colId xmlns:a16="http://schemas.microsoft.com/office/drawing/2014/main" val="272316240"/>
                    </a:ext>
                  </a:extLst>
                </a:gridCol>
              </a:tblGrid>
              <a:tr h="552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Pod Name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Role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Rollback Role</a:t>
                      </a:r>
                    </a:p>
                  </a:txBody>
                  <a:tcPr marL="125474" marR="125474" marT="62737" marB="62737" anchor="ctr"/>
                </a:tc>
                <a:extLst>
                  <a:ext uri="{0D108BD9-81ED-4DB2-BD59-A6C34878D82A}">
                    <a16:rowId xmlns:a16="http://schemas.microsoft.com/office/drawing/2014/main" val="2929679470"/>
                  </a:ext>
                </a:extLst>
              </a:tr>
              <a:tr h="928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argocd-server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API &amp; Web UI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Accept rollback commands</a:t>
                      </a:r>
                    </a:p>
                  </a:txBody>
                  <a:tcPr marL="125474" marR="125474" marT="62737" marB="62737" anchor="ctr"/>
                </a:tc>
                <a:extLst>
                  <a:ext uri="{0D108BD9-81ED-4DB2-BD59-A6C34878D82A}">
                    <a16:rowId xmlns:a16="http://schemas.microsoft.com/office/drawing/2014/main" val="4052423459"/>
                  </a:ext>
                </a:extLst>
              </a:tr>
              <a:tr h="928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argocd-repo-server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Fetch manifests from Git/OCI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Provide manifests of previous revisions</a:t>
                      </a:r>
                    </a:p>
                  </a:txBody>
                  <a:tcPr marL="125474" marR="125474" marT="62737" marB="62737" anchor="ctr"/>
                </a:tc>
                <a:extLst>
                  <a:ext uri="{0D108BD9-81ED-4DB2-BD59-A6C34878D82A}">
                    <a16:rowId xmlns:a16="http://schemas.microsoft.com/office/drawing/2014/main" val="3388255028"/>
                  </a:ext>
                </a:extLst>
              </a:tr>
              <a:tr h="1304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argocd-application-controller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Reconciliation engine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Apply previous revision to cluster</a:t>
                      </a:r>
                    </a:p>
                  </a:txBody>
                  <a:tcPr marL="125474" marR="125474" marT="62737" marB="62737" anchor="ctr"/>
                </a:tc>
                <a:extLst>
                  <a:ext uri="{0D108BD9-81ED-4DB2-BD59-A6C34878D82A}">
                    <a16:rowId xmlns:a16="http://schemas.microsoft.com/office/drawing/2014/main" val="74016363"/>
                  </a:ext>
                </a:extLst>
              </a:tr>
              <a:tr h="1304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argocd-redis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Caching &amp; state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Stores cached manifests for fast rollback</a:t>
                      </a:r>
                    </a:p>
                  </a:txBody>
                  <a:tcPr marL="125474" marR="125474" marT="62737" marB="62737" anchor="ctr"/>
                </a:tc>
                <a:extLst>
                  <a:ext uri="{0D108BD9-81ED-4DB2-BD59-A6C34878D82A}">
                    <a16:rowId xmlns:a16="http://schemas.microsoft.com/office/drawing/2014/main" val="823863116"/>
                  </a:ext>
                </a:extLst>
              </a:tr>
              <a:tr h="552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argocd-dex-server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Authentication</a:t>
                      </a:r>
                    </a:p>
                  </a:txBody>
                  <a:tcPr marL="125474" marR="125474" marT="62737" marB="627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N/A</a:t>
                      </a:r>
                    </a:p>
                  </a:txBody>
                  <a:tcPr marL="125474" marR="125474" marT="62737" marB="62737" anchor="ctr"/>
                </a:tc>
                <a:extLst>
                  <a:ext uri="{0D108BD9-81ED-4DB2-BD59-A6C34878D82A}">
                    <a16:rowId xmlns:a16="http://schemas.microsoft.com/office/drawing/2014/main" val="3490498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0058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E6FBA4D9-B9E9-1807-E089-B1BBAAC3E4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176" r="-1" b="15844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ABFDB-47C1-9710-9DF7-65A6AC174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dirty="0"/>
              <a:t>Ways to Create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575E5-EADD-7EDD-9775-5C0A2E2EA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r>
              <a:rPr lang="en-US" dirty="0"/>
              <a:t>Argo UI </a:t>
            </a:r>
          </a:p>
          <a:p>
            <a:r>
              <a:rPr lang="en-US" dirty="0"/>
              <a:t>Create Argo Application </a:t>
            </a:r>
          </a:p>
          <a:p>
            <a:r>
              <a:rPr lang="en-US" dirty="0"/>
              <a:t>Create application using Argo CLI 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717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DA606-BB50-3FB3-5BFB-A549C325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651" y="977028"/>
            <a:ext cx="3333410" cy="5237503"/>
          </a:xfrm>
        </p:spPr>
        <p:txBody>
          <a:bodyPr anchor="ctr">
            <a:normAutofit/>
          </a:bodyPr>
          <a:lstStyle/>
          <a:p>
            <a:r>
              <a:rPr lang="en-IN" dirty="0"/>
              <a:t>Rollback </a:t>
            </a:r>
            <a:r>
              <a:rPr lang="en-IN" dirty="0" err="1"/>
              <a:t>kubectl</a:t>
            </a:r>
            <a:r>
              <a:rPr lang="en-IN" dirty="0"/>
              <a:t> vs </a:t>
            </a:r>
            <a:r>
              <a:rPr lang="en-IN" dirty="0" err="1"/>
              <a:t>Argocd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993" y="0"/>
            <a:ext cx="7538007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787" y="0"/>
            <a:ext cx="16459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2AAD5-B90B-83ED-4C2D-F0B497D4E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954" y="977029"/>
            <a:ext cx="5428789" cy="523750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700" b="1" dirty="0" err="1">
                <a:solidFill>
                  <a:schemeClr val="bg1"/>
                </a:solidFill>
              </a:rPr>
              <a:t>kubectl</a:t>
            </a:r>
            <a:r>
              <a:rPr lang="en-IN" sz="1700" b="1" dirty="0">
                <a:solidFill>
                  <a:schemeClr val="bg1"/>
                </a:solidFill>
              </a:rPr>
              <a:t> Rollback</a:t>
            </a:r>
            <a:endParaRPr lang="en-IN" sz="1700" dirty="0">
              <a:solidFill>
                <a:schemeClr val="bg1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IN" sz="1700" dirty="0">
                <a:solidFill>
                  <a:schemeClr val="bg1"/>
                </a:solidFill>
              </a:rPr>
              <a:t>Uses Kubernetes </a:t>
            </a:r>
            <a:r>
              <a:rPr lang="en-IN" sz="1700" dirty="0" err="1">
                <a:solidFill>
                  <a:schemeClr val="bg1"/>
                </a:solidFill>
              </a:rPr>
              <a:t>ReplicaSet</a:t>
            </a:r>
            <a:r>
              <a:rPr lang="en-IN" sz="1700" dirty="0">
                <a:solidFill>
                  <a:schemeClr val="bg1"/>
                </a:solidFill>
              </a:rPr>
              <a:t> history </a:t>
            </a:r>
          </a:p>
          <a:p>
            <a:pPr lvl="1">
              <a:lnSpc>
                <a:spcPct val="110000"/>
              </a:lnSpc>
            </a:pPr>
            <a:r>
              <a:rPr lang="en-IN" sz="1700" dirty="0">
                <a:solidFill>
                  <a:schemeClr val="bg1"/>
                </a:solidFill>
              </a:rPr>
              <a:t>Command: </a:t>
            </a:r>
            <a:r>
              <a:rPr lang="en-IN" sz="1700" dirty="0" err="1">
                <a:solidFill>
                  <a:schemeClr val="bg1"/>
                </a:solidFill>
              </a:rPr>
              <a:t>kubectl</a:t>
            </a:r>
            <a:r>
              <a:rPr lang="en-IN" sz="1700" dirty="0">
                <a:solidFill>
                  <a:schemeClr val="bg1"/>
                </a:solidFill>
              </a:rPr>
              <a:t> rollout undo </a:t>
            </a:r>
          </a:p>
          <a:p>
            <a:pPr lvl="1">
              <a:lnSpc>
                <a:spcPct val="110000"/>
              </a:lnSpc>
            </a:pPr>
            <a:r>
              <a:rPr lang="en-IN" sz="1700" dirty="0">
                <a:solidFill>
                  <a:schemeClr val="bg1"/>
                </a:solidFill>
              </a:rPr>
              <a:t>Works on Deployments only </a:t>
            </a:r>
          </a:p>
          <a:p>
            <a:pPr lvl="1">
              <a:lnSpc>
                <a:spcPct val="110000"/>
              </a:lnSpc>
            </a:pPr>
            <a:r>
              <a:rPr lang="en-IN" sz="1700" dirty="0">
                <a:solidFill>
                  <a:schemeClr val="bg1"/>
                </a:solidFill>
              </a:rPr>
              <a:t>Cluster is source of truth </a:t>
            </a:r>
          </a:p>
          <a:p>
            <a:pPr lvl="1">
              <a:lnSpc>
                <a:spcPct val="110000"/>
              </a:lnSpc>
            </a:pPr>
            <a:r>
              <a:rPr lang="en-IN" sz="1700" dirty="0">
                <a:solidFill>
                  <a:schemeClr val="bg1"/>
                </a:solidFill>
              </a:rPr>
              <a:t>Limited history 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en-IN" sz="1700" dirty="0">
                <a:solidFill>
                  <a:schemeClr val="bg1"/>
                </a:solidFill>
              </a:rPr>
            </a:br>
            <a:endParaRPr lang="en-IN" sz="17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IN" sz="1700" b="1" dirty="0">
                <a:solidFill>
                  <a:schemeClr val="bg1"/>
                </a:solidFill>
              </a:rPr>
              <a:t>Argo CD Rollback (Argo CD)</a:t>
            </a:r>
            <a:endParaRPr lang="en-IN" sz="1700" dirty="0">
              <a:solidFill>
                <a:schemeClr val="bg1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IN" sz="1700" dirty="0">
                <a:solidFill>
                  <a:schemeClr val="bg1"/>
                </a:solidFill>
              </a:rPr>
              <a:t>Uses Git history (version-controlled) </a:t>
            </a:r>
          </a:p>
          <a:p>
            <a:pPr lvl="1">
              <a:lnSpc>
                <a:spcPct val="110000"/>
              </a:lnSpc>
            </a:pPr>
            <a:r>
              <a:rPr lang="en-IN" sz="1700" dirty="0">
                <a:solidFill>
                  <a:schemeClr val="bg1"/>
                </a:solidFill>
              </a:rPr>
              <a:t>Command: </a:t>
            </a:r>
            <a:r>
              <a:rPr lang="en-IN" sz="1700" dirty="0" err="1">
                <a:solidFill>
                  <a:schemeClr val="bg1"/>
                </a:solidFill>
              </a:rPr>
              <a:t>argocd</a:t>
            </a:r>
            <a:r>
              <a:rPr lang="en-IN" sz="1700" dirty="0">
                <a:solidFill>
                  <a:schemeClr val="bg1"/>
                </a:solidFill>
              </a:rPr>
              <a:t> app rollback </a:t>
            </a:r>
          </a:p>
          <a:p>
            <a:pPr lvl="1">
              <a:lnSpc>
                <a:spcPct val="110000"/>
              </a:lnSpc>
            </a:pPr>
            <a:r>
              <a:rPr lang="en-IN" sz="1700" dirty="0">
                <a:solidFill>
                  <a:schemeClr val="bg1"/>
                </a:solidFill>
              </a:rPr>
              <a:t>Works on entire application </a:t>
            </a:r>
          </a:p>
          <a:p>
            <a:pPr lvl="1">
              <a:lnSpc>
                <a:spcPct val="110000"/>
              </a:lnSpc>
            </a:pPr>
            <a:r>
              <a:rPr lang="en-IN" sz="1700" dirty="0">
                <a:solidFill>
                  <a:schemeClr val="bg1"/>
                </a:solidFill>
              </a:rPr>
              <a:t>Git is source of truth </a:t>
            </a:r>
          </a:p>
          <a:p>
            <a:pPr lvl="1">
              <a:lnSpc>
                <a:spcPct val="110000"/>
              </a:lnSpc>
            </a:pPr>
            <a:r>
              <a:rPr lang="en-IN" sz="1700" dirty="0">
                <a:solidFill>
                  <a:schemeClr val="bg1"/>
                </a:solidFill>
              </a:rPr>
              <a:t>Fully reproducible</a:t>
            </a:r>
          </a:p>
          <a:p>
            <a:pPr>
              <a:lnSpc>
                <a:spcPct val="110000"/>
              </a:lnSpc>
            </a:pPr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284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1DA5C525-88AF-C569-5664-859AA82C4C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3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6AB54-681C-0F67-AC74-EA2536E6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dirty="0"/>
              <a:t>Argo Security and SSO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A023E-70D4-0E06-ABD8-41CC71BAA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	Authentication methods: </a:t>
            </a:r>
          </a:p>
          <a:p>
            <a:pPr marL="1371600" lvl="3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Local users </a:t>
            </a:r>
          </a:p>
          <a:p>
            <a:pPr marL="1371600" lvl="3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SSO (OIDC)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	Integrations: </a:t>
            </a:r>
          </a:p>
          <a:p>
            <a:pPr marL="1371600" lvl="3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GitHub </a:t>
            </a:r>
          </a:p>
          <a:p>
            <a:pPr marL="1371600" lvl="3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Google </a:t>
            </a:r>
          </a:p>
          <a:p>
            <a:pPr marL="1371600" lvl="3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Azure AD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24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A86E8E-5D7A-377D-482B-33FDD0D9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Sync waves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99CB050-401A-9103-4A23-6D34CE1C87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702376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71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20F5-9779-56AE-1D1B-45CF34E83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Multi-Cluster &amp; Scaling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57BA87-5E62-0F97-2C11-AE007624BC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1579" y="2015732"/>
          <a:ext cx="960327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0517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823DE3-5C56-07A5-733C-B9722962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/>
              <a:t>Observability &amp; Troubleshooting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8D70358-95D5-F0D5-3CF8-3044A4387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365608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8802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6278-F1A2-59A3-4EB8-17F9C39B6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Production Grade Apps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71042A7-C935-F205-CA23-4C5A35591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820684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3410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75F2-6246-0BF2-1D34-EEDD67A5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KYVERNO POLICY ENGINE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29CD0-A53C-DE02-6C04-C5F7B65EF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IN" dirty="0"/>
            </a:br>
            <a:br>
              <a:rPr lang="en-IN" dirty="0"/>
            </a:br>
            <a:br>
              <a:rPr lang="en-IN" b="1" dirty="0"/>
            </a:br>
            <a:r>
              <a:rPr lang="en-IN" b="1" dirty="0"/>
              <a:t>Problem: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Kubernetes is flexible but not strict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Developers can deploy anything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Security &amp; compliance risks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No built-in enforcement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IN" dirty="0"/>
            </a:br>
            <a:br>
              <a:rPr lang="en-IN" dirty="0"/>
            </a:br>
            <a:r>
              <a:rPr lang="en-IN" b="1" dirty="0"/>
              <a:t>Solution: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/>
              <a:t>	Securing and Governing Kubernetes with Policies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826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42C4-7830-D9D2-4823-FA26CC57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Kyverno?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D0ED65-9F9D-068D-F7CC-F72C8E8F4B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432988"/>
            <a:ext cx="4676280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Built </a:t>
            </a:r>
            <a:r>
              <a:rPr lang="en-US" altLang="en-US" sz="1800" b="1" dirty="0">
                <a:latin typeface="Arial" panose="020B0604020202020204" pitchFamily="34" charset="0"/>
              </a:rPr>
              <a:t>specifically for Kubernetes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Uses </a:t>
            </a:r>
            <a:r>
              <a:rPr lang="en-US" altLang="en-US" sz="1800" b="1" dirty="0">
                <a:latin typeface="Arial" panose="020B0604020202020204" pitchFamily="34" charset="0"/>
              </a:rPr>
              <a:t>Kubernetes resources (CRDs)</a:t>
            </a:r>
            <a:r>
              <a:rPr lang="en-US" altLang="en-US" sz="1800" dirty="0">
                <a:latin typeface="Arial" panose="020B0604020202020204" pitchFamily="34" charset="0"/>
              </a:rPr>
              <a:t> like: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000" dirty="0" err="1">
                <a:latin typeface="Arial Unicode MS" panose="020B0604020202020204" pitchFamily="34" charset="-128"/>
              </a:rPr>
              <a:t>ClusterPolicy</a:t>
            </a:r>
            <a:r>
              <a:rPr lang="en-US" altLang="en-US" sz="1000" dirty="0"/>
              <a:t>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000" dirty="0">
                <a:latin typeface="Arial Unicode MS" panose="020B0604020202020204" pitchFamily="34" charset="-128"/>
              </a:rPr>
              <a:t>Policy</a:t>
            </a:r>
            <a:endParaRPr lang="en-US" altLang="en-US" sz="1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Kubernetes-native policy engine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YAML (no new language)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as admission controller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Enforces rules on resources</a:t>
            </a:r>
          </a:p>
        </p:txBody>
      </p:sp>
    </p:spTree>
    <p:extLst>
      <p:ext uri="{BB962C8B-B14F-4D97-AF65-F5344CB8AC3E}">
        <p14:creationId xmlns:p14="http://schemas.microsoft.com/office/powerpoint/2010/main" val="775795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691B-8948-6556-2154-F8F1A8621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Admission Controller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5E57C1-FC4C-9377-1248-A39D022575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48213"/>
            <a:ext cx="629095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/ Argo CD sends request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Kubernetes API receives 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Kyverno checks policies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Decision: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Allow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Deny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🔧 Modify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0">
              <a:latin typeface="Arial" panose="020B0604020202020204" pitchFamily="34" charset="0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Exection flow: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400"/>
              <a:t>User / Argo CD → Kubernetes API → Kyverno → Decision → Cluster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Detects violation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Blocks deployment 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435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C98E-DD99-DA4E-10AD-317E7626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Type of Rules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0747F6-4211-1878-3D39-1C74B2A03E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085562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8661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C304-342C-EC51-EE64-1ACAC0A0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9C933-06D4-E727-DFAD-FBCFA2BA9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Kyverno Capabilities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59EA11-460E-F1E2-A83A-0B28DA55CC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863875"/>
            <a:ext cx="400513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✅ Validate → Block invalid configs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🔧 Mutate → Auto-fix configs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🔄 Generate → Create resources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🔐 Verify → Check image 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608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09717-EBBF-F152-848F-F35E8A196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Unsafe Deployment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A6D57-917B-DD85-253D-890C59931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Prevent containers running as root </a:t>
            </a:r>
          </a:p>
          <a:p>
            <a:pPr marL="0" indent="0">
              <a:buNone/>
            </a:pPr>
            <a:r>
              <a:rPr lang="en-IN" dirty="0"/>
              <a:t>Enforce security best practices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PSA Standards 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18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7071-9CFE-3899-6F28-13E20FD1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Manifests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B2AD70-93F2-8FC8-5BF3-47363ABF5D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missing labels automatically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Enforce naming standards</a:t>
            </a:r>
          </a:p>
        </p:txBody>
      </p:sp>
    </p:spTree>
    <p:extLst>
      <p:ext uri="{BB962C8B-B14F-4D97-AF65-F5344CB8AC3E}">
        <p14:creationId xmlns:p14="http://schemas.microsoft.com/office/powerpoint/2010/main" val="4066062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A2CDB-486C-5B67-F65B-ADD0855FB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Kyverno + Argo CD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4923CD-9E2B-625F-671F-FBDFD3B1F2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Argo CD → Deploys applications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Kyverno → Enforces policies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Together → Safe automation</a:t>
            </a:r>
          </a:p>
        </p:txBody>
      </p:sp>
    </p:spTree>
    <p:extLst>
      <p:ext uri="{BB962C8B-B14F-4D97-AF65-F5344CB8AC3E}">
        <p14:creationId xmlns:p14="http://schemas.microsoft.com/office/powerpoint/2010/main" val="1874919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61E98-1658-8905-2A1E-A084364B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Real Use Cases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B3F02923-AD91-958F-43F8-59A42C851D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70446670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53564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C2911-CCD8-E8ED-F160-5379D9CE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r>
              <a:rPr lang="en-IN" dirty="0"/>
              <a:t>Modes of Operation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">
            <a:extLst>
              <a:ext uri="{FF2B5EF4-FFF2-40B4-BE49-F238E27FC236}">
                <a16:creationId xmlns:a16="http://schemas.microsoft.com/office/drawing/2014/main" id="{19B4A114-1380-11FA-B3BE-9D08FC04CA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4851" y="1600199"/>
            <a:ext cx="6130003" cy="42976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IN" dirty="0"/>
              <a:t>Kyverno = Security Guard 🚧</a:t>
            </a:r>
            <a:br>
              <a:rPr lang="en-IN" dirty="0"/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Enforcement Modes: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Audit → Report violations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Enforce → Block violations</a:t>
            </a:r>
          </a:p>
        </p:txBody>
      </p:sp>
    </p:spTree>
    <p:extLst>
      <p:ext uri="{BB962C8B-B14F-4D97-AF65-F5344CB8AC3E}">
        <p14:creationId xmlns:p14="http://schemas.microsoft.com/office/powerpoint/2010/main" val="4054259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FEF5-893F-CA19-5F41-32AA82D17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Kyverno Recap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8E165E9-F6DC-CDDD-9B50-469A132C8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9721355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470962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3B32BB-6422-6A4C-A397-C7B22DFF1CDA}">
  <we:reference id="wa200003052" version="7.0.0.0" store="en-IN" storeType="OMEX"/>
  <we:alternateReferences>
    <we:reference id="wa200003052" version="7.0.0.0" store="WA200003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834</TotalTime>
  <Words>672</Words>
  <Application>Microsoft Macintosh PowerPoint</Application>
  <PresentationFormat>Widescreen</PresentationFormat>
  <Paragraphs>187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 Unicode MS</vt:lpstr>
      <vt:lpstr>Arial</vt:lpstr>
      <vt:lpstr>Gill Sans MT</vt:lpstr>
      <vt:lpstr>Wingdings</vt:lpstr>
      <vt:lpstr>Gallery</vt:lpstr>
      <vt:lpstr>WEEK 6 </vt:lpstr>
      <vt:lpstr>Why ARGOCD ? </vt:lpstr>
      <vt:lpstr>Argo Flow</vt:lpstr>
      <vt:lpstr>PowerPoint Presentation</vt:lpstr>
      <vt:lpstr>GitOps CI/CD Workflow</vt:lpstr>
      <vt:lpstr>ARgoCD ArCHITECUTURE</vt:lpstr>
      <vt:lpstr>ArgoCD sync policies </vt:lpstr>
      <vt:lpstr>PowerPoint Presentation</vt:lpstr>
      <vt:lpstr>Ways to Create </vt:lpstr>
      <vt:lpstr>Rollback kubectl vs Argocd</vt:lpstr>
      <vt:lpstr>Argo Security and SSO </vt:lpstr>
      <vt:lpstr>Sync waves</vt:lpstr>
      <vt:lpstr>Multi-Cluster &amp; Scaling</vt:lpstr>
      <vt:lpstr>Observability &amp; Troubleshooting</vt:lpstr>
      <vt:lpstr>Production Grade Apps</vt:lpstr>
      <vt:lpstr>KYVERNO POLICY ENGINE </vt:lpstr>
      <vt:lpstr>What is Kyverno? </vt:lpstr>
      <vt:lpstr> Admission Controller</vt:lpstr>
      <vt:lpstr>Type of Rules </vt:lpstr>
      <vt:lpstr>Kyverno Capabilities</vt:lpstr>
      <vt:lpstr>Block Unsafe Deployment</vt:lpstr>
      <vt:lpstr>Generate Manifests</vt:lpstr>
      <vt:lpstr>Kyverno + Argo CD</vt:lpstr>
      <vt:lpstr>Real Use Cases</vt:lpstr>
      <vt:lpstr>Modes of Operation</vt:lpstr>
      <vt:lpstr>Kyverno Recap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Lavanya Anbalagan</dc:creator>
  <cp:lastModifiedBy>Lavanya Anbalagan</cp:lastModifiedBy>
  <cp:revision>5</cp:revision>
  <dcterms:created xsi:type="dcterms:W3CDTF">2026-03-21T14:58:53Z</dcterms:created>
  <dcterms:modified xsi:type="dcterms:W3CDTF">2026-03-31T02:40:10Z</dcterms:modified>
</cp:coreProperties>
</file>